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개발 과정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GitHub Commit 기반 자동 생성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팀원 기여도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원종우: 1 commits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개발 타임라인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2026-05-24</a:t>
            </a:r>
          </a:p>
          <a:p>
            <a:r>
              <a:t>- just for commit bot test. ignore this commit</a:t>
            </a:r>
          </a:p>
          <a:p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테스트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2026-05-24</a:t>
            </a:r>
          </a:p>
          <a:p>
            <a:r>
              <a:t>원종우</a:t>
            </a:r>
          </a:p>
          <a:p>
            <a:r>
              <a:t>just for commit bot test. ignore this commit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