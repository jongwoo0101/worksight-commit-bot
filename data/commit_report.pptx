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개발 과정 요약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 Commit 기반 자동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팀원 기여도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원종우: 101 commits</a:t>
            </a:r>
          </a:p>
          <a:p>
            <a:r>
              <a:t>dldnwls07: 58 commits</a:t>
            </a:r>
          </a:p>
          <a:p>
            <a:r>
              <a:t>070128o: 16 commits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개발 타임라인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2026-05-24</a:t>
            </a:r>
          </a:p>
          <a:p>
            <a:r>
              <a:t>- Merge pull request #6 from Jongwoo0101/feature/frontend-refactor-and-bugfix</a:t>
            </a:r>
          </a:p>
          <a:p/>
          <a:p>
            <a:r>
              <a:t> resolve frontend spec issues and fix shared state bug</a:t>
            </a:r>
          </a:p>
          <a:p/>
          <a:p>
            <a:r>
              <a:t>2026-05-23</a:t>
            </a:r>
          </a:p>
          <a:p>
            <a:r>
              <a:t>- recover commute state drift when backend worklog is reset</a:t>
            </a:r>
          </a:p>
          <a:p/>
          <a:p>
            <a:r>
              <a:t>2026-05-22</a:t>
            </a:r>
          </a:p>
          <a:p>
            <a:r>
              <a:t>- resolve frontend spec issues and fix shared state bug</a:t>
            </a:r>
          </a:p>
          <a:p/>
          <a:p>
            <a:r>
              <a:t>- Segregated Zustand commute store context per employee (fixed shared session bug)</a:t>
            </a:r>
          </a:p>
          <a:p>
            <a:r>
              <a:t>- Standardized WebSocket message handling with WS envelope parser</a:t>
            </a:r>
          </a:p>
          <a:p>
            <a:r>
              <a:t>- Unified time data sorting with epoch milliseconds</a:t>
            </a:r>
          </a:p>
          <a:p>
            <a:r>
              <a:t>- Removed 'any' types for stronger type safety</a:t>
            </a:r>
          </a:p>
          <a:p>
            <a:r>
              <a:t>- Separated router pages and content view files</a:t>
            </a:r>
          </a:p>
          <a:p/>
          <a:p>
            <a:r>
              <a:t>2026-05-21</a:t>
            </a:r>
          </a:p>
          <a:p>
            <a:r>
              <a:t>- simplify joinRoom signature and optimize media stream management in video calls</a:t>
            </a:r>
          </a:p>
          <a:p/>
          <a:p>
            <a:r>
              <a:t>2026-05-20</a:t>
            </a:r>
          </a:p>
          <a:p>
            <a:r>
              <a:t>- chore: status-api-test.http 내에 오타 수정</a:t>
            </a:r>
          </a:p>
          <a:p/>
          <a:p>
            <a:r>
              <a:t>2026-05-15</a:t>
            </a:r>
          </a:p>
          <a:p>
            <a:r>
              <a:t>- plan.txt 수정</a:t>
            </a:r>
          </a:p>
          <a:p>
            <a:r>
              <a:t>기획완료</a:t>
            </a:r>
          </a:p>
          <a:p/>
          <a:p>
            <a:r>
              <a:t>2026-05-14</a:t>
            </a:r>
          </a:p>
          <a:p>
            <a:r>
              <a:t>- refactor(MonitoringService): 트랜잭션 안전성 및 null 처리 개선</a:t>
            </a:r>
          </a:p>
          <a:p/>
          <a:p>
            <a:r>
              <a:t>- WebSocket 브로드캐스팅을 afterCommit() 훅으로 이동</a:t>
            </a:r>
          </a:p>
          <a:p>
            <a:r>
              <a:t>  DB 롤백 시 유령 알림 발생 방지</a:t>
            </a:r>
          </a:p>
          <a:p/>
          <a:p>
            <a:r>
              <a:t>- confidence null 처리 개선</a:t>
            </a:r>
          </a:p>
          <a:p>
            <a:r>
              <a:t>  Integer nullable 반환 제거, 기본값 0 반환으로 NPE 방지</a:t>
            </a:r>
          </a:p>
          <a:p/>
          <a:p>
            <a:r>
              <a:t>- alert 생성 시 confidence 일관성 확보</a:t>
            </a:r>
          </a:p>
          <a:p>
            <a:r>
              <a:t>  event.getConfidence() 대신 normalizeConfidence() 재사용</a:t>
            </a:r>
          </a:p>
          <a:p/>
          <a:p>
            <a:r>
              <a:t>2026-05-13</a:t>
            </a:r>
          </a:p>
          <a:p>
            <a:r>
              <a:t>- 팀 스토리지 유틸리티 구현, 모니터링 서비스 유닛 테스트 추가, AI 모델 환경 문제 해결</a:t>
            </a:r>
          </a:p>
          <a:p/>
          <a:p>
            <a:r>
              <a:t>2026-05-12</a:t>
            </a:r>
          </a:p>
          <a:p>
            <a:r>
              <a:t>- Merge pull request #5 from Jongwoo0101/frontend</a:t>
            </a:r>
          </a:p>
          <a:p/>
          <a:p>
            <a:r>
              <a:t> 백엔드 보안 설정 수정 및 프론트엔드 실시간 DB 연동 고도화</a:t>
            </a:r>
          </a:p>
          <a:p/>
          <a:p>
            <a:r>
              <a:t>2026-05-10</a:t>
            </a:r>
          </a:p>
          <a:p>
            <a:r>
              <a:t>- 백엔드 보안 설정 수정 및 프론트엔드 실시간 DB 연동 고도화</a:t>
            </a:r>
          </a:p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2026-05-23</a:t>
            </a:r>
          </a:p>
          <a:p>
            <a:r>
              <a:t>dldnwls07</a:t>
            </a:r>
          </a:p>
          <a:p>
            <a:r>
              <a:t>recover commute state drift when backend worklog is reset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2026-05-23</a:t>
            </a:r>
          </a:p>
          <a:p>
            <a:r>
              <a:t>dldnwls07</a:t>
            </a:r>
          </a:p>
          <a:p>
            <a:r>
              <a:t>include participantId in meeting notifications and refactor team store selectors for improved reactivity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2026-05-23</a:t>
            </a:r>
          </a:p>
          <a:p>
            <a:r>
              <a:t>원종우</a:t>
            </a:r>
          </a:p>
          <a:p>
            <a:r>
              <a:t>화상회의 방 재입장 시 호스트/참가자 상태 동기화 및 모달 미표시 버그 수정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2026-05-23</a:t>
            </a:r>
          </a:p>
          <a:p>
            <a:r>
              <a:t>원종우</a:t>
            </a:r>
          </a:p>
          <a:p>
            <a:r>
              <a:t>SecurityConfig.java @Value 제거</a:t>
            </a:r>
          </a:p>
          <a:p>
            <a:r>
              <a:t>localhost:5173 하드코딩 유지. 대신 새 API 경로들(/api/meetings/**, /api/notifications/**, /api/standup/**) 추가된 것만 반영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2026-05-22</a:t>
            </a:r>
          </a:p>
          <a:p>
            <a:r>
              <a:t>dldnwls07</a:t>
            </a:r>
          </a:p>
          <a:p>
            <a:r>
              <a:t>resolve frontend spec issues and fix shared state bug</a:t>
            </a:r>
          </a:p>
          <a:p/>
          <a:p>
            <a:r>
              <a:t>- Segregated Zustand commute store context per employee (fixed shared session bug)</a:t>
            </a:r>
          </a:p>
          <a:p>
            <a:r>
              <a:t>- Standardized WebSocket message handling with WS envelope parser</a:t>
            </a:r>
          </a:p>
          <a:p>
            <a:r>
              <a:t>- Unified time data sorting with epoch milliseconds</a:t>
            </a:r>
          </a:p>
          <a:p>
            <a:r>
              <a:t>- Removed 'any' types for stronger type safety</a:t>
            </a:r>
          </a:p>
          <a:p>
            <a:r>
              <a:t>- Separated router pages and content view files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2026-05-22</a:t>
            </a:r>
          </a:p>
          <a:p>
            <a:r>
              <a:t>원종우</a:t>
            </a:r>
          </a:p>
          <a:p>
            <a:r>
              <a:t>팀 초대 코드 다회성 사용을 위한 1회성 제한 로직 제거</a:t>
            </a:r>
          </a:p>
          <a:p/>
          <a:p>
            <a:r>
              <a:t>[주요 변경 사항]</a:t>
            </a:r>
          </a:p>
          <a:p>
            <a:r>
              <a:t>- 기존 1회성 사용 제한으로 인해 다른 팀원이 동일한 코드로 연이어 참가하지 못하던 문제 해결</a:t>
            </a:r>
          </a:p>
          <a:p>
            <a:r>
              <a:t>- `InviteCode` 엔티티에서 불필요해진 `used` 필드 및 `markAsUsed()` 상태 변경 메서드 삭제</a:t>
            </a:r>
          </a:p>
          <a:p>
            <a:r>
              <a:t>- `InviteCodeRepository`의 쿼리 메서드를 `findByCodeAndUsedFalse`에서 `findByCode`로 단순화</a:t>
            </a:r>
          </a:p>
          <a:p>
            <a:r>
              <a:t>- `MemberService.joinTeam()` 내 1회성 처리 로직을 제거하여, 지정된 만료 시간(기본 5분) 내에는 여러 팀원이 무제한으로 코드를 사용할 수 있도록 비즈니스 로직 개선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2026-05-22</a:t>
            </a:r>
          </a:p>
          <a:p>
            <a:r>
              <a:t>원종우</a:t>
            </a:r>
          </a:p>
          <a:p>
            <a:r>
              <a:t>WebSocket 메시지 발신 표준화(WsEnvelope) 및 DTO 최적화</a:t>
            </a:r>
          </a:p>
          <a:p/>
          <a:p>
            <a:r>
              <a:t>- 프론트엔드 통신 표준화를 위한 공통 이벤트 래퍼 `WsEnvelope` 도입 (event, data, occurredAt, version)</a:t>
            </a:r>
          </a:p>
          <a:p>
            <a:r>
              <a:t>- `DailyStandupService`, `MeetingRoomService`, `NotificationService`, `StatusService`, `WorkLogService`의 메시지 전송부를 `WsEnvelope` 규격으로 전면 교체 및 이벤트 명 상수화</a:t>
            </a:r>
          </a:p>
          <a:p>
            <a:r>
              <a:t>- 브로드캐스트 전용 DTO를 `WsEnvelope.data` 구조에 맞게 경량화 (`TeamStatusBroadcast` -&gt; `TeamStatusPayload`)</a:t>
            </a:r>
          </a:p>
          <a:p>
            <a:r>
              <a:t>- 각 도메인 서비스 내 Member 검증 중복 코드를 `getManagedMember` 등 헬퍼 메서드로 추출 및 알림 페이로드(roomPayload 등) 규격화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2026-05-22</a:t>
            </a:r>
          </a:p>
          <a:p>
            <a:r>
              <a:t>원종우</a:t>
            </a:r>
          </a:p>
          <a:p>
            <a:r>
              <a:t>팀 초대 코드 DB 영속화 적용 및 관리 로직 개선</a:t>
            </a:r>
          </a:p>
          <a:p/>
          <a:p>
            <a:r>
              <a:t>- 인메모리(ConcurrentHashMap) 기반 초대 코드 저장을 DB 엔티티(`InviteCode`)로 마이그레이션하여 서버 재시작 시 데이터 유지</a:t>
            </a:r>
          </a:p>
          <a:p>
            <a:r>
              <a:t>- 초대 코드 1회성 사용을 위한 `markAsUsed()` 비즈니스 로직 및 검증 추가</a:t>
            </a:r>
          </a:p>
          <a:p>
            <a:r>
              <a:t>- 초대 코드 만료 시간(expiration-seconds)을 application.yaml에서 주입받도록 환경변수 처리 개선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2026-05-21</a:t>
            </a:r>
          </a:p>
          <a:p>
            <a:r>
              <a:t>dldnwls07</a:t>
            </a:r>
          </a:p>
          <a:p>
            <a:r>
              <a:t>simplify joinRoom signature and optimize media stream management in video calls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2026-05-21</a:t>
            </a:r>
          </a:p>
          <a:p>
            <a:r>
              <a:t>dldnwls07</a:t>
            </a:r>
          </a:p>
          <a:p>
            <a:r>
              <a:t>centralize status UI settings and update dashboard WebSocket event handling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