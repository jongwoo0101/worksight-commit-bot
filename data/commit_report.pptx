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dldnwls07: 1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2026-06-02</a:t>
            </a:r>
          </a:p>
          <a:p>
            <a:r>
              <a:t>- pass teamId context to backend services and store event handlers for cross-team state management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2026-06-02</a:t>
            </a:r>
          </a:p>
          <a:p>
            <a:r>
              <a:t>작성자: dldnwls07</a:t>
            </a:r>
          </a:p>
          <a:p>
            <a:r>
              <a:t>요약: pass teamId context to backend services and store event handlers for cross-team state management</a:t>
            </a:r>
          </a:p>
          <a:p>
            <a:r>
              <a:t>SHA: 768dfb8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2026-06-01</a:t>
            </a:r>
          </a:p>
          <a:p>
            <a:r>
              <a:t>작성자: 원종우</a:t>
            </a:r>
          </a:p>
          <a:p>
            <a:r>
              <a:t>요약: fix(meeting): 다중 팀 환경 회의실 목록 조회 409 에러 및 데이터 꼬임 버그 수정</a:t>
            </a:r>
          </a:p>
          <a:p/>
          <a:p>
            <a:r>
              <a:t>- [Backend] MeetingRoomController 및 MeetingRoomService의 조회 로직에 teamId 파라미터를 추가하여 명시된 팀의 회의실만 반환하도록 수정</a:t>
            </a:r>
          </a:p>
          <a:p>
            <a:r>
              <a:t>- [Frontend] api.ts(getMeetings) 및 videoCallStore(loadRooms)에서 API 호출 시 teamId를 Query String으로 전달하도록 개선</a:t>
            </a:r>
          </a:p>
          <a:p>
            <a:r>
              <a:t>- [Frontend] useMeetingRoomController에서 현재 컨텍스트의 활성화된 팀 ID를 파악하여 명시적으로 백엔드에 요청하도록 수정 (무조건 첫 번째 팀을 가져오던 로직 제거)</a:t>
            </a:r>
          </a:p>
          <a:p>
            <a:r>
              <a:t>SHA: e2c8b13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2026-06-01</a:t>
            </a:r>
          </a:p>
          <a:p>
            <a:r>
              <a:t>작성자: 원종우</a:t>
            </a:r>
          </a:p>
          <a:p>
            <a:r>
              <a:t>요약: fix(nav): 다중 팀 환경 네비게이션 바 채팅방 라우팅 버그 수정</a:t>
            </a:r>
          </a:p>
          <a:p/>
          <a:p>
            <a:r>
              <a:t>- Navbar 컴포넌트에서 "메시지" 버튼 클릭 시 무조건 배열의 첫 번째 팀(teams[0]) 채팅방으로 이동하던 하드코딩 로직 제거</a:t>
            </a:r>
          </a:p>
          <a:p>
            <a:r>
              <a:t>- 현재 URL 경로의 param, 직원의 실제 소속 팀(memberTeamMap)을 우선적으로 판별하여 정확한 팀의 채팅방 URL을 생성하도록 개선</a:t>
            </a:r>
          </a:p>
          <a:p>
            <a:r>
              <a:t>SHA: f836fb2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refactor(member): MemberService 팀 구조 연동 및 WebSocket 트랜잭션 동기화</a:t>
            </a:r>
          </a:p>
          <a:p/>
          <a:p>
            <a:r>
              <a:t>- 초대 코드 생성(generateInviteCode) 및 팀 합류(joinTeam) 로직을 기존 managerId 기반에서 Team 엔티티 기반으로 개편</a:t>
            </a:r>
          </a:p>
          <a:p>
            <a:r>
              <a:t>- 팀 합류 시 발송되는 WebSocket 알림을 TransactionSynchronizationManager.afterCommit() 단계로 지연시켜, DB 트랜잭션 롤백 시 잘못된 알림이 발송되는 버그 수정</a:t>
            </a:r>
          </a:p>
          <a:p>
            <a:r>
              <a:t>- 로그인 로직의 예외 메시지를 통일하여 사용자 열거(User Enumeration) 공격 방어</a:t>
            </a:r>
          </a:p>
          <a:p>
            <a:r>
              <a:t>SHA: 750d0e3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새 브렌치 변경사항 기준 기존 브랜치와의 통합</a:t>
            </a:r>
          </a:p>
          <a:p>
            <a:r>
              <a:t>- docs 디렉토리 내의 3 영역 (프론트, 백, ai)에 새 브랜치 (docs/specifications)와 통합</a:t>
            </a:r>
          </a:p>
          <a:p>
            <a:r>
              <a:t>SHA: 198679d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refactor(domain): 워크로그/상태/알림 도메인 리팩토링 및 쿼리 최적화</a:t>
            </a:r>
          </a:p>
          <a:p/>
          <a:p>
            <a:r>
              <a:t>- WorkLog 엔티티에 당일 중복 출근 방지용 유니크 제약조건(member_id, work_date) 추가 및 WorkLogService 로직 간소화</a:t>
            </a:r>
          </a:p>
          <a:p>
            <a:r>
              <a:t>- NotificationRepository에 bulkMarkAllAsRead() 쿼리를 추가하여 전체 읽음 처리 시 발생하는 N+1 UPDATE 쿼리 성능 이슈 해결</a:t>
            </a:r>
          </a:p>
          <a:p>
            <a:r>
              <a:t>- MemberStatusRepository의 쿼리를 teamId 기반으로 변경하여 관리자 본인의 상태도 정상적으로 조회되도록 수정</a:t>
            </a:r>
          </a:p>
          <a:p>
            <a:r>
              <a:t>- application.yaml에 CORS allowed-origins 속성 외부화 반영</a:t>
            </a:r>
          </a:p>
          <a:p>
            <a:r>
              <a:t>SHA: 8d620e7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feat(exception): 도메인별 커스텀 예외 추가 및 GlobalExceptionHandler 고도화</a:t>
            </a:r>
          </a:p>
          <a:p/>
          <a:p>
            <a:r>
              <a:t>- 존재하지 않는 리소스 조회를 위한 ResourceNotFoundException (404) 추가</a:t>
            </a:r>
          </a:p>
          <a:p>
            <a:r>
              <a:t>- 권한 없는 접근 방어를 위한 UnauthorizedAccessException (403) 추가</a:t>
            </a:r>
          </a:p>
          <a:p>
            <a:r>
              <a:t>- 중복 출근 처리를 위한 AlreadyClockedInException (409) 추가</a:t>
            </a:r>
          </a:p>
          <a:p>
            <a:r>
              <a:t>- 동시성 이슈(Race Condition)로 인한 DB 유니크 제약 위반 방어를 위해 DataIntegrityViolationException (409) 핸들러 추가</a:t>
            </a:r>
          </a:p>
          <a:p>
            <a:r>
              <a:t>SHA: 85cadd3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feat(team): 팀 생성/삭제 API 분리 및 프론트엔드 상태 동기화 완비</a:t>
            </a:r>
          </a:p>
          <a:p/>
          <a:p>
            <a:r>
              <a:t>- [Backend] TeamController 및 TeamService에 팀 직접 생성(초대 코드 동시 발급), 관리자 소유 팀 목록 조회(my-teams), 팀 삭제 API 추가</a:t>
            </a:r>
          </a:p>
          <a:p>
            <a:r>
              <a:t>- [Backend] MemberService의 joinTeam 로직을 개선하여 WebSocket 발송 시점을 Transaction 이후(afterCommit)로 안전하게 지연</a:t>
            </a:r>
          </a:p>
          <a:p>
            <a:r>
              <a:t>- [Frontend] CreateTeamModal에서 createTeamFromServer 함수를 호출하여 서버 DB와 로컬 상태(localStorage)가 완벽히 동기화되도록 개편</a:t>
            </a:r>
          </a:p>
          <a:p>
            <a:r>
              <a:t>SHA: d6e66b7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chore: remove obsolete documentation and project planning files</a:t>
            </a:r>
          </a:p>
          <a:p>
            <a:r>
              <a:t>SHA: c7a438b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fix(websocket): STOMP CONNECT 프레임 기반 JWT 인증 도입으로 연결 거부 버그 수정</a:t>
            </a:r>
          </a:p>
          <a:p/>
          <a:p>
            <a:r>
              <a:t>- [Backend] HTTP Handshake가 아닌 STOMP CONNECT 시점에 Authorization 헤더를 가로채어 JWT를 검증하는 WebSocketAuthInterceptor(ChannelInterceptor) 추가</a:t>
            </a:r>
          </a:p>
          <a:p>
            <a:r>
              <a:t>- [Backend] SecurityConfig에서 /ws/** 경로의 HTTP 접근은 허용하되, Inbound 채널 인터셉터를 통해 보안을 유지하도록 설정 변경 (CORS 설정 외부화 포함)</a:t>
            </a:r>
          </a:p>
          <a:p>
            <a:r>
              <a:t>- [Frontend] websocket.ts에서 STOMP 연결 시 헤더(connectHeaders)에 JWT 토큰을 포함하여 전송하도록 수정</a:t>
            </a:r>
          </a:p>
          <a:p>
            <a:r>
              <a:t>SHA: ae11001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feat(websocket): STOMP CONNECT 프레임 기반 JWT 인증 인터셉터 추가</a:t>
            </a:r>
          </a:p>
          <a:p/>
          <a:p>
            <a:r>
              <a:t>- 클라이언트가 WebSocket 연결(STOMP CONNECT)을 시도할 때 Authorization 헤더의 JWT를 가로채어 검증하는 ChannelInterceptor 구현체 추가</a:t>
            </a:r>
          </a:p>
          <a:p>
            <a:r>
              <a:t>- 인증 실패 시 MessagingException을 발생시켜 미인증 사용자의 소켓 연결 원천 차단</a:t>
            </a:r>
          </a:p>
          <a:p>
            <a:r>
              <a:t>SHA: 69472e0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chore: 불필요한 파일 삭제</a:t>
            </a:r>
          </a:p>
          <a:p>
            <a:r>
              <a:t>SHA: 80c2ce6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Merge pull request #9 from Jongwoo0101/chat_frontend</a:t>
            </a:r>
          </a:p>
          <a:p/>
          <a:p>
            <a:r>
              <a:t>Refactor: 팀 도메인 독립 구조(Team Entity) 개편 및 전역 예외/웹소켓 인증 고도화</a:t>
            </a:r>
          </a:p>
          <a:p>
            <a:r>
              <a:t>SHA: ff38b94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refactor(chat): 채팅방 구조 개선 및 동시성(Race Condition) 방어 로직 구현</a:t>
            </a:r>
          </a:p>
          <a:p/>
          <a:p>
            <a:r>
              <a:t>- ChatRoom 엔티티의 managerId 컬럼을 teamId로 변경하고, DB 유니크 제약조건(member1_id, member2_id) 추가</a:t>
            </a:r>
          </a:p>
          <a:p>
            <a:r>
              <a:t>- ChatService에 DataIntegrityViolationException 예외 복구 로직을 추가하여 DIRECT 채팅방 동시 생성 요청 시 발생하는 중복 버그 방어</a:t>
            </a:r>
          </a:p>
          <a:p>
            <a:r>
              <a:t>- TEAM 채팅방 메시지 브로드캐스트 시 Member N+1 쿼리 문제를 해결하기 위해 findActiveMemberIds 최적화 적용</a:t>
            </a:r>
          </a:p>
          <a:p>
            <a:r>
              <a:t>SHA: 07487b0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redundant local storage cleanup logic from team storage utility</a:t>
            </a:r>
          </a:p>
          <a:p>
            <a:r>
              <a:t>SHA: eeb5365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support for team chat rooms alongside direct messaging in the frontend and backend</a:t>
            </a:r>
          </a:p>
          <a:p>
            <a:r>
              <a:t>SHA: ce691e2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Merge remote-tracking branch 'origin/Jongwoo0101' into chat_frontend</a:t>
            </a:r>
          </a:p>
          <a:p/>
          <a:p>
            <a:r>
              <a:t># Conflicts:</a:t>
            </a:r>
          </a:p>
          <a:p>
            <a:r>
              <a:t>#	backend/src/main/java/com/worksight/api/controller/ChatController.java</a:t>
            </a:r>
          </a:p>
          <a:p>
            <a:r>
              <a:t>#	backend/src/main/java/com/worksight/api/dto/ChatDto.java</a:t>
            </a:r>
          </a:p>
          <a:p>
            <a:r>
              <a:t>#	backend/src/main/java/com/worksight/api/entity/ChatMessage.java</a:t>
            </a:r>
          </a:p>
          <a:p>
            <a:r>
              <a:t>#	backend/src/main/java/com/worksight/api/entity/ChatRoom.java</a:t>
            </a:r>
          </a:p>
          <a:p>
            <a:r>
              <a:t>#	backend/src/main/java/com/worksight/api/service/ChatService.java</a:t>
            </a:r>
          </a:p>
          <a:p>
            <a:r>
              <a:t>SHA: c41945b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1:1 및 팀 채팅방 기능 구현</a:t>
            </a:r>
          </a:p>
          <a:p/>
          <a:p>
            <a:r>
              <a:t>- ChatRoom: roomType(DIRECT/TEAM), managerId 필드 추가</a:t>
            </a:r>
          </a:p>
          <a:p>
            <a:r>
              <a:t>  directBuilder/teamBuilder로 생성자 분리</a:t>
            </a:r>
          </a:p>
          <a:p/>
          <a:p>
            <a:r>
              <a:t>- ChatRoomRepository: roomType 기반 쿼리 추가</a:t>
            </a:r>
          </a:p>
          <a:p>
            <a:r>
              <a:t>  findDirectRoom, findDirectRoomsByMemberId</a:t>
            </a:r>
          </a:p>
          <a:p>
            <a:r>
              <a:t>  findByManagerIdAndRoomType, findTeamRoomsByMemberId</a:t>
            </a:r>
          </a:p>
          <a:p/>
          <a:p>
            <a:r>
              <a:t>- ChatService: DIRECT/TEAM 채팅방 통합 처리</a:t>
            </a:r>
          </a:p>
          <a:p>
            <a:r>
              <a:t>  enterTeamRoom, addParticipantToTeamRoom 메서드 추가</a:t>
            </a:r>
          </a:p>
          <a:p>
            <a:r>
              <a:t>  sendMessage/markAsRead DIRECT/TEAM 분기 처리</a:t>
            </a:r>
          </a:p>
          <a:p>
            <a:r>
              <a:t>  팀 메시지 전송 시 참여자 전체 WebSocket 푸시</a:t>
            </a:r>
          </a:p>
          <a:p/>
          <a:p>
            <a:r>
              <a:t>- ChatController: 팀 채팅방 입장 엔드포인트 추가</a:t>
            </a:r>
          </a:p>
          <a:p>
            <a:r>
              <a:t>  POST /api/chat/rooms/{roomId}/team/enter</a:t>
            </a:r>
          </a:p>
          <a:p>
            <a:r>
              <a:t>SHA: efdd227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ChatRoom tnwjd</a:t>
            </a:r>
          </a:p>
          <a:p>
            <a:r>
              <a:t>SHA: 68c0f7f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ㅇㅇ</a:t>
            </a:r>
          </a:p>
          <a:p>
            <a:r>
              <a:t>SHA: b707d8c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Merge commit '68c0f7f74324a6f766ee56d6e25ac1e100ea84e5' into chat_frontend</a:t>
            </a:r>
          </a:p>
          <a:p>
            <a:r>
              <a:t>SHA: d197e94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modular dashboard components for employee and manager views</a:t>
            </a:r>
          </a:p>
          <a:p>
            <a:r>
              <a:t>SHA: 1e3c5fd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mockData dependency, consolidate constants, and remove local fallback logic for team creation</a:t>
            </a:r>
          </a:p>
          <a:p>
            <a:r>
              <a:t>SHA: 6ac6b9b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refactor(chat): 채팅방 생성, 검증 및 조회 로직을 Team 기준으로 변경</a:t>
            </a:r>
          </a:p>
          <a:p/>
          <a:p>
            <a:r>
              <a:t>- ChatRoom 엔티티의 managerId 컬럼을 teamId로 변경</a:t>
            </a:r>
          </a:p>
          <a:p>
            <a:r>
              <a:t>- ChatRoomRepository의 JPQL 쿼리 파라미터를 teamId로 수정</a:t>
            </a:r>
          </a:p>
          <a:p>
            <a:r>
              <a:t>- ChatService 내 같은 팀 여부 검증 및 웹소켓 브로드캐스트 로직 개편</a:t>
            </a:r>
          </a:p>
          <a:p>
            <a:r>
              <a:t>SHA: 9836b70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메시지기능 조그 fix</a:t>
            </a:r>
          </a:p>
          <a:p>
            <a:r>
              <a:t>SHA: 536ea5c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refactor(member): 초대 코드 및 팀 가입 로직 Team 엔티티 기반으로 개편</a:t>
            </a:r>
          </a:p>
          <a:p/>
          <a:p>
            <a:r>
              <a:t>- InviteCode 엔티티가 managerId 대신 Team 엔티티를 참조하도록 수정</a:t>
            </a:r>
          </a:p>
          <a:p>
            <a:r>
              <a:t>- MemberService의 generateInviteCode() 및 joinTeam() 로직을 새로운 팀 구조에 맞게 변경</a:t>
            </a:r>
          </a:p>
          <a:p>
            <a:r>
              <a:t>- 웹소켓 발송 시 팀 정보(teamId 등)를 포함하도록 개선</a:t>
            </a:r>
          </a:p>
          <a:p>
            <a:r>
              <a:t>SHA: aacfe28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feat(team): 독립적인 Team 엔티티 도입 및 Member 연관관계 매핑</a:t>
            </a:r>
          </a:p>
          <a:p/>
          <a:p>
            <a:r>
              <a:t>- 기존 managerId 기반 팀 식별 구조에서 발생하는 조인 버그 해결</a:t>
            </a:r>
          </a:p>
          <a:p>
            <a:r>
              <a:t>- 독립적인 Team 엔티티 신규 추가 및 Member와 N:1 연관관계 설정</a:t>
            </a:r>
          </a:p>
          <a:p>
            <a:r>
              <a:t>- Team 도메인 관련 Controller, Service, Repository 생성 및 수정</a:t>
            </a:r>
          </a:p>
          <a:p>
            <a:r>
              <a:t>- MemberRepository에 teamId 기반 조회 메서드 추가</a:t>
            </a:r>
          </a:p>
          <a:p>
            <a:r>
              <a:t>SHA: 3fe0131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refactor(domain): 스탠드업, 미팅, 상태, 근무 기록 도메인 팀 구조 전환</a:t>
            </a:r>
          </a:p>
          <a:p/>
          <a:p>
            <a:r>
              <a:t>- Repository 계층: 팀 단위 조회를 위한 JPQL 쿼리 조건 변경 (m.managerId -&gt; m.team.id 등)</a:t>
            </a:r>
          </a:p>
          <a:p>
            <a:r>
              <a:t>- Service 계층: 웹소켓 브로드캐스트 토픽 주소를 /topic/team/{teamId} 로 통일</a:t>
            </a:r>
          </a:p>
          <a:p>
            <a:r>
              <a:t>- 미팅룸 생성, 팀 상태 조회 등 핵심 비즈니스 로직에 새로운 팀 검증 로직 적용</a:t>
            </a:r>
          </a:p>
          <a:p>
            <a:r>
              <a:t>SHA: 5f19ee5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transition WebSocket topics and team-related operations from manager-based IDs to team-specific IDs</a:t>
            </a:r>
          </a:p>
          <a:p>
            <a:r>
              <a:t>SHA: 5fe1a5f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clear scoped team and member data from local storage on logout</a:t>
            </a:r>
          </a:p>
          <a:p>
            <a:r>
              <a:t>SHA: 1babe96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refactor(team): 팀 구조를 managerId 기반에서 독립적인 Team 엔티티 기반으로 개편</a:t>
            </a:r>
          </a:p>
          <a:p/>
          <a:p>
            <a:r>
              <a:t>- TeamService 내 팀 조회 로직을 managerId 대신 teamId를 사용하도록 변경</a:t>
            </a:r>
          </a:p>
          <a:p>
            <a:r>
              <a:t>- getMyTeam() 메서드에서 직원이 속한 Team 엔티티를 통해 관리자 정보를 가져오도록 수정</a:t>
            </a:r>
          </a:p>
          <a:p>
            <a:r>
              <a:t>- getTeamMembers() 메서드에서 요청자의 권한(Manager/Employee)에 따른 팀 접근 권한 검증 로직 추가 및 teamId 기반 조회로 변경</a:t>
            </a:r>
          </a:p>
          <a:p>
            <a:r>
              <a:t>- TeamRepository 의존성 추가</a:t>
            </a:r>
          </a:p>
          <a:p>
            <a:r>
              <a:t>SHA: 4124232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real-time unread message counter to messaging dashboard</a:t>
            </a:r>
          </a:p>
          <a:p>
            <a:r>
              <a:t>SHA: 64105ae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fighting!!</a:t>
            </a:r>
          </a:p>
          <a:p>
            <a:r>
              <a:t>SHA: 7ca94ea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ChatRoom.java에서 주석에서 불필요한 공백제거2</a:t>
            </a:r>
          </a:p>
          <a:p>
            <a:r>
              <a:t>SHA: c655cee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0b2aaba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b496f98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관련 Repository 및 WebSocket 이벤트 상수 추가</a:t>
            </a:r>
          </a:p>
          <a:p/>
          <a:p>
            <a:r>
              <a:t>- ChatRoomRepository: 멤버 ID 기반 채팅방 조회 및 단건 조회 쿼리 추가</a:t>
            </a:r>
          </a:p>
          <a:p>
            <a:r>
              <a:t>- ChatMessageRepository: 최신 메시지 페이징 조회, 미읽음 카운트 및 일괄 읽음 처리(@Modifying) 쿼리 구현</a:t>
            </a:r>
          </a:p>
          <a:p>
            <a:r>
              <a:t>- WsEnvelope: 실시간 채팅 수신 및 읽음 처리를 위한 웹소켓 이벤트 상수(CHAT_MESSAGE_RECEIVED, CHAT_URGENT_RECEIVED, CHAT_READ) 정의</a:t>
            </a:r>
          </a:p>
          <a:p>
            <a:r>
              <a:t>SHA: f779f37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주석에서 불필요한 공백제거</a:t>
            </a:r>
          </a:p>
          <a:p>
            <a:r>
              <a:t>SHA: 587296c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도메인 엔티티 및 관련 Enum 정의</a:t>
            </a:r>
          </a:p>
          <a:p/>
          <a:p>
            <a:r>
              <a:t>- 1:1 채팅방 엔티티(ChatRoom) 및 unique 제약 조건을 활용한 중복 생성 방지 로직 추가</a:t>
            </a:r>
          </a:p>
          <a:p>
            <a:r>
              <a:t>- 채팅 메시지 엔티티(ChatMessage) 정의 및 인덱스 추가</a:t>
            </a:r>
          </a:p>
          <a:p>
            <a:r>
              <a:t>- 일반(NORMAL) 및 긴급(URGENT) 메시지 구분을 위한 ChatMessageType Enum 추가</a:t>
            </a:r>
          </a:p>
          <a:p>
            <a:r>
              <a:t>SHA: e78e425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비즈니스 로직(Service) 및 API 컨트롤러 구현</a:t>
            </a:r>
          </a:p>
          <a:p/>
          <a:p>
            <a:r>
              <a:t>- ChatService: 채팅방 입장/목록 조회, 메시지 전송, 미읽음 일괄 처리 로직 구현</a:t>
            </a:r>
          </a:p>
          <a:p>
            <a:r>
              <a:t>- 수신자 상태(MEETING/AWAY)에 따른 일반/긴급 알림 발송 분기 및 배너 조회 API 구현</a:t>
            </a:r>
          </a:p>
          <a:p>
            <a:r>
              <a:t>- 데이터 정합성을 위해 TransactionSynchronization(afterCommit)을 활용한 웹소켓 실시간 푸시 연동</a:t>
            </a:r>
          </a:p>
          <a:p>
            <a:r>
              <a:t>- ChatController: 채팅 관련 REST API 엔드포인트 매핑</a:t>
            </a:r>
          </a:p>
          <a:p>
            <a:r>
              <a:t>SHA: 3752000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redesign messaging architecture to support real-time chat, room-specific state, and urgent message integration</a:t>
            </a:r>
          </a:p>
          <a:p>
            <a:r>
              <a:t>SHA: 891828a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remove logs directory from git tracking</a:t>
            </a:r>
          </a:p>
          <a:p>
            <a:r>
              <a:t>SHA: 110fc3b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send CHAT_READ event to self to clear unread badge immediately</a:t>
            </a:r>
          </a:p>
          <a:p/>
          <a:p>
            <a:r>
              <a:t>- Backend: notifyReadAfterCommit now sends CHAT_READ to both the sender</a:t>
            </a:r>
          </a:p>
          <a:p>
            <a:r>
              <a:t>  (who sent the messages) and the reader (who just read them), so the</a:t>
            </a:r>
          </a:p>
          <a:p>
            <a:r>
              <a:t>  reader's own unread badge clears via WebSocket without waiting for</a:t>
            </a:r>
          </a:p>
          <a:p>
            <a:r>
              <a:t>  a page refresh or API re-fetch.</a:t>
            </a:r>
          </a:p>
          <a:p>
            <a:r>
              <a:t>- Frontend: markMessagesAsRead comment updated to clarify bidirectional</a:t>
            </a:r>
          </a:p>
          <a:p>
            <a:r>
              <a:t>  read handling (me reading = clear sender's messages, sender reading =</a:t>
            </a:r>
          </a:p>
          <a:p>
            <a:r>
              <a:t>  clear my messages). unreadCount: 0 is always applied on CHAT_READ.</a:t>
            </a:r>
          </a:p>
          <a:p>
            <a:r>
              <a:t>SHA: 6b33e7d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1:1 및 팀 채팅 통합을 위한 도메인 모델 구축</a:t>
            </a:r>
          </a:p>
          <a:p/>
          <a:p>
            <a:r>
              <a:t>- ChatRoomType 이넘(DIRECT, TEAM) 추가</a:t>
            </a:r>
          </a:p>
          <a:p>
            <a:r>
              <a:t>- ChatRoom 엔티티에 타입별 복합 유니크 제약조건 및 빌더 분리 구현</a:t>
            </a:r>
          </a:p>
          <a:p>
            <a:r>
              <a:t>- TEAM 채팅 관리를 위한 ChatRoomParticipant 엔티티 신규 추가</a:t>
            </a:r>
          </a:p>
          <a:p>
            <a:r>
              <a:t>- ChatMessage 엔티티 내 DIRECT 전용 읽음 처리 속성 주석화 및 명확화</a:t>
            </a:r>
          </a:p>
          <a:p>
            <a:r>
              <a:t>SHA: 57b310c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clear alerts button to dashboard and update message store to reset unread counts on room selection</a:t>
            </a:r>
          </a:p>
          <a:p>
            <a:r>
              <a:t>SHA: a20ea13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simplify chat service logic by delegating stream handling to the message processor</a:t>
            </a:r>
          </a:p>
          <a:p>
            <a:r>
              <a:t>SHA: 1c798cf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api명세서 업데이트</a:t>
            </a:r>
          </a:p>
          <a:p>
            <a:r>
              <a:t>SHA: a7eb2f6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ignore local logs directory in root in addition to src/logs/</a:t>
            </a:r>
          </a:p>
          <a:p>
            <a:r>
              <a:t>SHA: 1ca12f2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지원을 위한 Repository 및 DTO 확장</a:t>
            </a:r>
          </a:p>
          <a:p/>
          <a:p>
            <a:r>
              <a:t>- ChatRoomRepository에 팀 채팅방 및 참여방 조회 JPQL 쿼리 구현</a:t>
            </a:r>
          </a:p>
          <a:p>
            <a:r>
              <a:t>- ChatMessageRepository에 DIRECT 전용 메서드명 명확화 리팩토링</a:t>
            </a:r>
          </a:p>
          <a:p>
            <a:r>
              <a:t>- ChatRoomParticipantRepository에 lastReadAt 기반 팀 미읽음 카운트 쿼리 구현</a:t>
            </a:r>
          </a:p>
          <a:p>
            <a:r>
              <a:t>- ChatDto 및 WsEnvelope에 팀 채팅용 응답 레코드(Record) 및 웹소켓 이벤트 추가</a:t>
            </a:r>
          </a:p>
          <a:p>
            <a:r>
              <a:t>SHA: 8b8652f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비즈니스 로직 및 API 엔드포인트 구현</a:t>
            </a:r>
          </a:p>
          <a:p/>
          <a:p>
            <a:r>
              <a:t>- ChatService에 DIRECT+TEAM 통합 목록 조회, 팀방 생성 및 합류 로직 추가</a:t>
            </a:r>
          </a:p>
          <a:p>
            <a:r>
              <a:t>- ChatRoomParticipant의 lastReadAt을 활용한 팀 채팅 읽음 처리 구현</a:t>
            </a:r>
          </a:p>
          <a:p>
            <a:r>
              <a:t>- ChatController 라우팅을 /direct와 /team 기반으로 명확하게 리팩토링</a:t>
            </a:r>
          </a:p>
          <a:p>
            <a:r>
              <a:t>- 중첩 레코드 import 와일드카드 컴파일 오류 수정 및 최적화</a:t>
            </a:r>
          </a:p>
          <a:p>
            <a:r>
              <a:t>SHA: 54cbc7f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resolve infinite loading spinner in MessageRoom</a:t>
            </a:r>
          </a:p>
          <a:p/>
          <a:p>
            <a:r>
              <a:t>Root causes fixed:</a:t>
            </a:r>
          </a:p>
          <a:p>
            <a:r>
              <a:t>1. Race condition: was using useMessageStore.getState().rooms (snapshot)</a:t>
            </a:r>
          </a:p>
          <a:p>
            <a:r>
              <a:t>   which could be empty if rooms hadn't propagated yet. Now subscribes</a:t>
            </a:r>
          </a:p>
          <a:p>
            <a:r>
              <a:t>   to rooms directly from the store - effect re-runs when rooms loads.</a:t>
            </a:r>
          </a:p>
          <a:p/>
          <a:p>
            <a:r>
              <a:t>2. Infinite spinner: 'loading || !activeRoom' meant any API error left</a:t>
            </a:r>
          </a:p>
          <a:p>
            <a:r>
              <a:t>   activeRoom=null, showing the spinner forever. Now separated into:</a:t>
            </a:r>
          </a:p>
          <a:p>
            <a:r>
              <a:t>   - loading: only while API is in-flight</a:t>
            </a:r>
          </a:p>
          <a:p>
            <a:r>
              <a:t>   - error: shown when API fails, with retry button</a:t>
            </a:r>
          </a:p>
          <a:p>
            <a:r>
              <a:t>   - !activeRoom (non-loading): brief 'please wait' while rooms hydrates</a:t>
            </a:r>
          </a:p>
          <a:p/>
          <a:p>
            <a:r>
              <a:t>3. Duplicate reload guard: loadedForRoomId ref prevents re-calling</a:t>
            </a:r>
          </a:p>
          <a:p>
            <a:r>
              <a:t>   enterRoom every time a new message arrives and updates rooms state.</a:t>
            </a:r>
          </a:p>
          <a:p/>
          <a:p>
            <a:r>
              <a:t>4. Removed setActiveRoom/setBannerInfo from useEffect deps (not needed</a:t>
            </a:r>
          </a:p>
          <a:p>
            <a:r>
              <a:t>   since they are stable zustand actions).</a:t>
            </a:r>
          </a:p>
          <a:p>
            <a:r>
              <a:t>SHA: cc29235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