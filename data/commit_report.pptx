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원종우: 21 commits</a:t>
            </a:r>
          </a:p>
          <a:p>
            <a:r>
              <a:t>dldnwls07: 19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2026-05-31</a:t>
            </a:r>
          </a:p>
          <a:p>
            <a:r>
              <a:t>- 새 브렌치 변경사항 기준 기존 브랜치와의 통합</a:t>
            </a:r>
          </a:p>
          <a:p>
            <a:r>
              <a:t>- docs 디렉토리 내의 3 영역 (프론트, 백, ai)에 새 브랜치 (docs/specifications)와 통합</a:t>
            </a:r>
          </a:p>
          <a:p/>
          <a:p>
            <a:r>
              <a:t>2026-05-29</a:t>
            </a:r>
          </a:p>
          <a:p>
            <a:r>
              <a:t>- 메시지기능 조그 fix</a:t>
            </a:r>
          </a:p>
          <a:p/>
          <a:p>
            <a:r>
              <a:t>2026-05-28</a:t>
            </a:r>
          </a:p>
          <a:p>
            <a:r>
              <a:t>- add clear alerts button to dashboard and update message store to reset unread counts on room selection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새 브렌치 변경사항 기준 기존 브랜치와의 통합</a:t>
            </a:r>
          </a:p>
          <a:p>
            <a:r>
              <a:t>- docs 디렉토리 내의 3 영역 (프론트, 백, ai)에 새 브랜치 (docs/specifications)와 통합</a:t>
            </a:r>
          </a:p>
          <a:p>
            <a:r>
              <a:t>SHA: 198679d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refactor(domain): 워크로그/상태/알림 도메인 리팩토링 및 쿼리 최적화</a:t>
            </a:r>
          </a:p>
          <a:p/>
          <a:p>
            <a:r>
              <a:t>- WorkLog 엔티티에 당일 중복 출근 방지용 유니크 제약조건(member_id, work_date) 추가 및 WorkLogService 로직 간소화</a:t>
            </a:r>
          </a:p>
          <a:p>
            <a:r>
              <a:t>- NotificationRepository에 bulkMarkAllAsRead() 쿼리를 추가하여 전체 읽음 처리 시 발생하는 N+1 UPDATE 쿼리 성능 이슈 해결</a:t>
            </a:r>
          </a:p>
          <a:p>
            <a:r>
              <a:t>- MemberStatusRepository의 쿼리를 teamId 기반으로 변경하여 관리자 본인의 상태도 정상적으로 조회되도록 수정</a:t>
            </a:r>
          </a:p>
          <a:p>
            <a:r>
              <a:t>- application.yaml에 CORS allowed-origins 속성 외부화 반영</a:t>
            </a:r>
          </a:p>
          <a:p>
            <a:r>
              <a:t>SHA: 8d620e7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dldnwls07</a:t>
            </a:r>
          </a:p>
          <a:p>
            <a:r>
              <a:t>요약: chore: remove obsolete documentation and project planning files</a:t>
            </a:r>
          </a:p>
          <a:p>
            <a:r>
              <a:t>SHA: c7a438b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feat(exception): 도메인별 커스텀 예외 추가 및 GlobalExceptionHandler 고도화</a:t>
            </a:r>
          </a:p>
          <a:p/>
          <a:p>
            <a:r>
              <a:t>- 존재하지 않는 리소스 조회를 위한 ResourceNotFoundException (404) 추가</a:t>
            </a:r>
          </a:p>
          <a:p>
            <a:r>
              <a:t>- 권한 없는 접근 방어를 위한 UnauthorizedAccessException (403) 추가</a:t>
            </a:r>
          </a:p>
          <a:p>
            <a:r>
              <a:t>- 중복 출근 처리를 위한 AlreadyClockedInException (409) 추가</a:t>
            </a:r>
          </a:p>
          <a:p>
            <a:r>
              <a:t>- 동시성 이슈(Race Condition)로 인한 DB 유니크 제약 위반 방어를 위해 DataIntegrityViolationException (409) 핸들러 추가</a:t>
            </a:r>
          </a:p>
          <a:p>
            <a:r>
              <a:t>SHA: 85cadd3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feat(team): 팀 생성/삭제 API 분리 및 프론트엔드 상태 동기화 완비</a:t>
            </a:r>
          </a:p>
          <a:p/>
          <a:p>
            <a:r>
              <a:t>- [Backend] TeamController 및 TeamService에 팀 직접 생성(초대 코드 동시 발급), 관리자 소유 팀 목록 조회(my-teams), 팀 삭제 API 추가</a:t>
            </a:r>
          </a:p>
          <a:p>
            <a:r>
              <a:t>- [Backend] MemberService의 joinTeam 로직을 개선하여 WebSocket 발송 시점을 Transaction 이후(afterCommit)로 안전하게 지연</a:t>
            </a:r>
          </a:p>
          <a:p>
            <a:r>
              <a:t>- [Frontend] CreateTeamModal에서 createTeamFromServer 함수를 호출하여 서버 DB와 로컬 상태(localStorage)가 완벽히 동기화되도록 개편</a:t>
            </a:r>
          </a:p>
          <a:p>
            <a:r>
              <a:t>SHA: d6e66b7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refactor(chat): 채팅방 구조 개선 및 동시성(Race Condition) 방어 로직 구현</a:t>
            </a:r>
          </a:p>
          <a:p/>
          <a:p>
            <a:r>
              <a:t>- ChatRoom 엔티티의 managerId 컬럼을 teamId로 변경하고, DB 유니크 제약조건(member1_id, member2_id) 추가</a:t>
            </a:r>
          </a:p>
          <a:p>
            <a:r>
              <a:t>- ChatService에 DataIntegrityViolationException 예외 복구 로직을 추가하여 DIRECT 채팅방 동시 생성 요청 시 발생하는 중복 버그 방어</a:t>
            </a:r>
          </a:p>
          <a:p>
            <a:r>
              <a:t>- TEAM 채팅방 메시지 브로드캐스트 시 Member N+1 쿼리 문제를 해결하기 위해 findActiveMemberIds 최적화 적용</a:t>
            </a:r>
          </a:p>
          <a:p>
            <a:r>
              <a:t>SHA: 07487b0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fix(websocket): STOMP CONNECT 프레임 기반 JWT 인증 도입으로 연결 거부 버그 수정</a:t>
            </a:r>
          </a:p>
          <a:p/>
          <a:p>
            <a:r>
              <a:t>- [Backend] HTTP Handshake가 아닌 STOMP CONNECT 시점에 Authorization 헤더를 가로채어 JWT를 검증하는 WebSocketAuthInterceptor(ChannelInterceptor) 추가</a:t>
            </a:r>
          </a:p>
          <a:p>
            <a:r>
              <a:t>- [Backend] SecurityConfig에서 /ws/** 경로의 HTTP 접근은 허용하되, Inbound 채널 인터셉터를 통해 보안을 유지하도록 설정 변경 (CORS 설정 외부화 포함)</a:t>
            </a:r>
          </a:p>
          <a:p>
            <a:r>
              <a:t>- [Frontend] websocket.ts에서 STOMP 연결 시 헤더(connectHeaders)에 JWT 토큰을 포함하여 전송하도록 수정</a:t>
            </a:r>
          </a:p>
          <a:p>
            <a:r>
              <a:t>SHA: ae11001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feat(websocket): STOMP CONNECT 프레임 기반 JWT 인증 인터셉터 추가</a:t>
            </a:r>
          </a:p>
          <a:p/>
          <a:p>
            <a:r>
              <a:t>- 클라이언트가 WebSocket 연결(STOMP CONNECT)을 시도할 때 Authorization 헤더의 JWT를 가로채어 검증하는 ChannelInterceptor 구현체 추가</a:t>
            </a:r>
          </a:p>
          <a:p>
            <a:r>
              <a:t>- 인증 실패 시 MessagingException을 발생시켜 미인증 사용자의 소켓 연결 원천 차단</a:t>
            </a:r>
          </a:p>
          <a:p>
            <a:r>
              <a:t>SHA: 69472e0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refactor(member): MemberService 팀 구조 연동 및 WebSocket 트랜잭션 동기화</a:t>
            </a:r>
          </a:p>
          <a:p/>
          <a:p>
            <a:r>
              <a:t>- 초대 코드 생성(generateInviteCode) 및 팀 합류(joinTeam) 로직을 기존 managerId 기반에서 Team 엔티티 기반으로 개편</a:t>
            </a:r>
          </a:p>
          <a:p>
            <a:r>
              <a:t>- 팀 합류 시 발송되는 WebSocket 알림을 TransactionSynchronizationManager.afterCommit() 단계로 지연시켜, DB 트랜잭션 롤백 시 잘못된 알림이 발송되는 버그 수정</a:t>
            </a:r>
          </a:p>
          <a:p>
            <a:r>
              <a:t>- 로그인 로직의 예외 메시지를 통일하여 사용자 열거(User Enumeration) 공격 방어</a:t>
            </a:r>
          </a:p>
          <a:p>
            <a:r>
              <a:t>SHA: 750d0e3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chore: 불필요한 파일 삭제</a:t>
            </a:r>
          </a:p>
          <a:p>
            <a:r>
              <a:t>SHA: 80c2ce6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dldnwls07</a:t>
            </a:r>
          </a:p>
          <a:p>
            <a:r>
              <a:t>요약: Merge pull request #9 from Jongwoo0101/chat_frontend</a:t>
            </a:r>
          </a:p>
          <a:p/>
          <a:p>
            <a:r>
              <a:t>Refactor: 팀 도메인 독립 구조(Team Entity) 개편 및 전역 예외/웹소켓 인증 고도화</a:t>
            </a:r>
          </a:p>
          <a:p>
            <a:r>
              <a:t>SHA: ff38b94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remove mockData dependency, consolidate constants, and remove local fallback logic for team creation</a:t>
            </a:r>
          </a:p>
          <a:p>
            <a:r>
              <a:t>SHA: 6ac6b9b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implement support for team chat rooms alongside direct messaging in the frontend and backend</a:t>
            </a:r>
          </a:p>
          <a:p>
            <a:r>
              <a:t>SHA: ce691e2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Merge remote-tracking branch 'origin/Jongwoo0101' into chat_frontend</a:t>
            </a:r>
          </a:p>
          <a:p/>
          <a:p>
            <a:r>
              <a:t># Conflicts:</a:t>
            </a:r>
          </a:p>
          <a:p>
            <a:r>
              <a:t>#	backend/src/main/java/com/worksight/api/controller/ChatController.java</a:t>
            </a:r>
          </a:p>
          <a:p>
            <a:r>
              <a:t>#	backend/src/main/java/com/worksight/api/dto/ChatDto.java</a:t>
            </a:r>
          </a:p>
          <a:p>
            <a:r>
              <a:t>#	backend/src/main/java/com/worksight/api/entity/ChatMessage.java</a:t>
            </a:r>
          </a:p>
          <a:p>
            <a:r>
              <a:t>#	backend/src/main/java/com/worksight/api/entity/ChatRoom.java</a:t>
            </a:r>
          </a:p>
          <a:p>
            <a:r>
              <a:t>#	backend/src/main/java/com/worksight/api/service/ChatService.java</a:t>
            </a:r>
          </a:p>
          <a:p>
            <a:r>
              <a:t>SHA: c41945b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1:1 및 팀 채팅방 기능 구현</a:t>
            </a:r>
          </a:p>
          <a:p/>
          <a:p>
            <a:r>
              <a:t>- ChatRoom: roomType(DIRECT/TEAM), managerId 필드 추가</a:t>
            </a:r>
          </a:p>
          <a:p>
            <a:r>
              <a:t>  directBuilder/teamBuilder로 생성자 분리</a:t>
            </a:r>
          </a:p>
          <a:p/>
          <a:p>
            <a:r>
              <a:t>- ChatRoomRepository: roomType 기반 쿼리 추가</a:t>
            </a:r>
          </a:p>
          <a:p>
            <a:r>
              <a:t>  findDirectRoom, findDirectRoomsByMemberId</a:t>
            </a:r>
          </a:p>
          <a:p>
            <a:r>
              <a:t>  findByManagerIdAndRoomType, findTeamRoomsByMemberId</a:t>
            </a:r>
          </a:p>
          <a:p/>
          <a:p>
            <a:r>
              <a:t>- ChatService: DIRECT/TEAM 채팅방 통합 처리</a:t>
            </a:r>
          </a:p>
          <a:p>
            <a:r>
              <a:t>  enterTeamRoom, addParticipantToTeamRoom 메서드 추가</a:t>
            </a:r>
          </a:p>
          <a:p>
            <a:r>
              <a:t>  sendMessage/markAsRead DIRECT/TEAM 분기 처리</a:t>
            </a:r>
          </a:p>
          <a:p>
            <a:r>
              <a:t>  팀 메시지 전송 시 참여자 전체 WebSocket 푸시</a:t>
            </a:r>
          </a:p>
          <a:p/>
          <a:p>
            <a:r>
              <a:t>- ChatController: 팀 채팅방 입장 엔드포인트 추가</a:t>
            </a:r>
          </a:p>
          <a:p>
            <a:r>
              <a:t>  POST /api/chat/rooms/{roomId}/team/enter</a:t>
            </a:r>
          </a:p>
          <a:p>
            <a:r>
              <a:t>SHA: efdd227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ChatRoom tnwjd</a:t>
            </a:r>
          </a:p>
          <a:p>
            <a:r>
              <a:t>SHA: 68c0f7f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ㅇㅇ</a:t>
            </a:r>
          </a:p>
          <a:p>
            <a:r>
              <a:t>SHA: b707d8c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Merge commit '68c0f7f74324a6f766ee56d6e25ac1e100ea84e5' into chat_frontend</a:t>
            </a:r>
          </a:p>
          <a:p>
            <a:r>
              <a:t>SHA: d197e94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remove redundant local storage cleanup logic from team storage utility</a:t>
            </a:r>
          </a:p>
          <a:p>
            <a:r>
              <a:t>SHA: eeb5365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implement modular dashboard components for employee and manager views</a:t>
            </a:r>
          </a:p>
          <a:p>
            <a:r>
              <a:t>SHA: 1e3c5fd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refactor(member): 초대 코드 및 팀 가입 로직 Team 엔티티 기반으로 개편</a:t>
            </a:r>
          </a:p>
          <a:p/>
          <a:p>
            <a:r>
              <a:t>- InviteCode 엔티티가 managerId 대신 Team 엔티티를 참조하도록 수정</a:t>
            </a:r>
          </a:p>
          <a:p>
            <a:r>
              <a:t>- MemberService의 generateInviteCode() 및 joinTeam() 로직을 새로운 팀 구조에 맞게 변경</a:t>
            </a:r>
          </a:p>
          <a:p>
            <a:r>
              <a:t>- 웹소켓 발송 시 팀 정보(teamId 등)를 포함하도록 개선</a:t>
            </a:r>
          </a:p>
          <a:p>
            <a:r>
              <a:t>SHA: aacfe28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refactor(chat): 채팅방 생성, 검증 및 조회 로직을 Team 기준으로 변경</a:t>
            </a:r>
          </a:p>
          <a:p/>
          <a:p>
            <a:r>
              <a:t>- ChatRoom 엔티티의 managerId 컬럼을 teamId로 변경</a:t>
            </a:r>
          </a:p>
          <a:p>
            <a:r>
              <a:t>- ChatRoomRepository의 JPQL 쿼리 파라미터를 teamId로 수정</a:t>
            </a:r>
          </a:p>
          <a:p>
            <a:r>
              <a:t>- ChatService 내 같은 팀 여부 검증 및 웹소켓 브로드캐스트 로직 개편</a:t>
            </a:r>
          </a:p>
          <a:p>
            <a:r>
              <a:t>SHA: 9836b70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refactor(domain): 스탠드업, 미팅, 상태, 근무 기록 도메인 팀 구조 전환</a:t>
            </a:r>
          </a:p>
          <a:p/>
          <a:p>
            <a:r>
              <a:t>- Repository 계층: 팀 단위 조회를 위한 JPQL 쿼리 조건 변경 (m.managerId -&gt; m.team.id 등)</a:t>
            </a:r>
          </a:p>
          <a:p>
            <a:r>
              <a:t>- Service 계층: 웹소켓 브로드캐스트 토픽 주소를 /topic/team/{teamId} 로 통일</a:t>
            </a:r>
          </a:p>
          <a:p>
            <a:r>
              <a:t>- 미팅룸 생성, 팀 상태 조회 등 핵심 비즈니스 로직에 새로운 팀 검증 로직 적용</a:t>
            </a:r>
          </a:p>
          <a:p>
            <a:r>
              <a:t>SHA: 5f19ee5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refactor(team): 팀 구조를 managerId 기반에서 독립적인 Team 엔티티 기반으로 개편</a:t>
            </a:r>
          </a:p>
          <a:p/>
          <a:p>
            <a:r>
              <a:t>- TeamService 내 팀 조회 로직을 managerId 대신 teamId를 사용하도록 변경</a:t>
            </a:r>
          </a:p>
          <a:p>
            <a:r>
              <a:t>- getMyTeam() 메서드에서 직원이 속한 Team 엔티티를 통해 관리자 정보를 가져오도록 수정</a:t>
            </a:r>
          </a:p>
          <a:p>
            <a:r>
              <a:t>- getTeamMembers() 메서드에서 요청자의 권한(Manager/Employee)에 따른 팀 접근 권한 검증 로직 추가 및 teamId 기반 조회로 변경</a:t>
            </a:r>
          </a:p>
          <a:p>
            <a:r>
              <a:t>- TeamRepository 의존성 추가</a:t>
            </a:r>
          </a:p>
          <a:p>
            <a:r>
              <a:t>SHA: 4124232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clear scoped team and member data from local storage on logout</a:t>
            </a:r>
          </a:p>
          <a:p>
            <a:r>
              <a:t>SHA: 1babe96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transition WebSocket topics and team-related operations from manager-based IDs to team-specific IDs</a:t>
            </a:r>
          </a:p>
          <a:p>
            <a:r>
              <a:t>SHA: 5fe1a5f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메시지기능 조그 fix</a:t>
            </a:r>
          </a:p>
          <a:p>
            <a:r>
              <a:t>SHA: 536ea5c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feat(team): 독립적인 Team 엔티티 도입 및 Member 연관관계 매핑</a:t>
            </a:r>
          </a:p>
          <a:p/>
          <a:p>
            <a:r>
              <a:t>- 기존 managerId 기반 팀 식별 구조에서 발생하는 조인 버그 해결</a:t>
            </a:r>
          </a:p>
          <a:p>
            <a:r>
              <a:t>- 독립적인 Team 엔티티 신규 추가 및 Member와 N:1 연관관계 설정</a:t>
            </a:r>
          </a:p>
          <a:p>
            <a:r>
              <a:t>- Team 도메인 관련 Controller, Service, Repository 생성 및 수정</a:t>
            </a:r>
          </a:p>
          <a:p>
            <a:r>
              <a:t>- MemberRepository에 teamId 기반 조회 메서드 추가</a:t>
            </a:r>
          </a:p>
          <a:p>
            <a:r>
              <a:t>SHA: 3fe0131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add real-time unread message counter to messaging dashboard</a:t>
            </a:r>
          </a:p>
          <a:p>
            <a:r>
              <a:t>SHA: 64105ae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fighting!!</a:t>
            </a:r>
          </a:p>
          <a:p>
            <a:r>
              <a:t>SHA: 7ca94ea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ChatRoom.java에서 주석에서 불필요한 공백제거2</a:t>
            </a:r>
          </a:p>
          <a:p>
            <a:r>
              <a:t>SHA: c655cee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0b2aaba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b496f98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관련 Repository 및 WebSocket 이벤트 상수 추가</a:t>
            </a:r>
          </a:p>
          <a:p/>
          <a:p>
            <a:r>
              <a:t>- ChatRoomRepository: 멤버 ID 기반 채팅방 조회 및 단건 조회 쿼리 추가</a:t>
            </a:r>
          </a:p>
          <a:p>
            <a:r>
              <a:t>- ChatMessageRepository: 최신 메시지 페이징 조회, 미읽음 카운트 및 일괄 읽음 처리(@Modifying) 쿼리 구현</a:t>
            </a:r>
          </a:p>
          <a:p>
            <a:r>
              <a:t>- WsEnvelope: 실시간 채팅 수신 및 읽음 처리를 위한 웹소켓 이벤트 상수(CHAT_MESSAGE_RECEIVED, CHAT_URGENT_RECEIVED, CHAT_READ) 정의</a:t>
            </a:r>
          </a:p>
          <a:p>
            <a:r>
              <a:t>SHA: f779f37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주석에서 불필요한 공백제거</a:t>
            </a:r>
          </a:p>
          <a:p>
            <a:r>
              <a:t>SHA: 587296c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도메인 엔티티 및 관련 Enum 정의</a:t>
            </a:r>
          </a:p>
          <a:p/>
          <a:p>
            <a:r>
              <a:t>- 1:1 채팅방 엔티티(ChatRoom) 및 unique 제약 조건을 활용한 중복 생성 방지 로직 추가</a:t>
            </a:r>
          </a:p>
          <a:p>
            <a:r>
              <a:t>- 채팅 메시지 엔티티(ChatMessage) 정의 및 인덱스 추가</a:t>
            </a:r>
          </a:p>
          <a:p>
            <a:r>
              <a:t>- 일반(NORMAL) 및 긴급(URGENT) 메시지 구분을 위한 ChatMessageType Enum 추가</a:t>
            </a:r>
          </a:p>
          <a:p>
            <a:r>
              <a:t>SHA: e78e425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비즈니스 로직(Service) 및 API 컨트롤러 구현</a:t>
            </a:r>
          </a:p>
          <a:p/>
          <a:p>
            <a:r>
              <a:t>- ChatService: 채팅방 입장/목록 조회, 메시지 전송, 미읽음 일괄 처리 로직 구현</a:t>
            </a:r>
          </a:p>
          <a:p>
            <a:r>
              <a:t>- 수신자 상태(MEETING/AWAY)에 따른 일반/긴급 알림 발송 분기 및 배너 조회 API 구현</a:t>
            </a:r>
          </a:p>
          <a:p>
            <a:r>
              <a:t>- 데이터 정합성을 위해 TransactionSynchronization(afterCommit)을 활용한 웹소켓 실시간 푸시 연동</a:t>
            </a:r>
          </a:p>
          <a:p>
            <a:r>
              <a:t>- ChatController: 채팅 관련 REST API 엔드포인트 매핑</a:t>
            </a:r>
          </a:p>
          <a:p>
            <a:r>
              <a:t>SHA: 3752000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redesign messaging architecture to support real-time chat, room-specific state, and urgent message integration</a:t>
            </a:r>
          </a:p>
          <a:p>
            <a:r>
              <a:t>SHA: 891828a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resolve infinite loading spinner in MessageRoom</a:t>
            </a:r>
          </a:p>
          <a:p/>
          <a:p>
            <a:r>
              <a:t>Root causes fixed:</a:t>
            </a:r>
          </a:p>
          <a:p>
            <a:r>
              <a:t>1. Race condition: was using useMessageStore.getState().rooms (snapshot)</a:t>
            </a:r>
          </a:p>
          <a:p>
            <a:r>
              <a:t>   which could be empty if rooms hadn't propagated yet. Now subscribes</a:t>
            </a:r>
          </a:p>
          <a:p>
            <a:r>
              <a:t>   to rooms directly from the store - effect re-runs when rooms loads.</a:t>
            </a:r>
          </a:p>
          <a:p/>
          <a:p>
            <a:r>
              <a:t>2. Infinite spinner: 'loading || !activeRoom' meant any API error left</a:t>
            </a:r>
          </a:p>
          <a:p>
            <a:r>
              <a:t>   activeRoom=null, showing the spinner forever. Now separated into:</a:t>
            </a:r>
          </a:p>
          <a:p>
            <a:r>
              <a:t>   - loading: only while API is in-flight</a:t>
            </a:r>
          </a:p>
          <a:p>
            <a:r>
              <a:t>   - error: shown when API fails, with retry button</a:t>
            </a:r>
          </a:p>
          <a:p>
            <a:r>
              <a:t>   - !activeRoom (non-loading): brief 'please wait' while rooms hydrates</a:t>
            </a:r>
          </a:p>
          <a:p/>
          <a:p>
            <a:r>
              <a:t>3. Duplicate reload guard: loadedForRoomId ref prevents re-calling</a:t>
            </a:r>
          </a:p>
          <a:p>
            <a:r>
              <a:t>   enterRoom every time a new message arrives and updates rooms state.</a:t>
            </a:r>
          </a:p>
          <a:p/>
          <a:p>
            <a:r>
              <a:t>4. Removed setActiveRoom/setBannerInfo from useEffect deps (not needed</a:t>
            </a:r>
          </a:p>
          <a:p>
            <a:r>
              <a:t>   since they are stable zustand actions).</a:t>
            </a:r>
          </a:p>
          <a:p>
            <a:r>
              <a:t>SHA: cc29235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chore: remove logs directory from git tracking</a:t>
            </a:r>
          </a:p>
          <a:p>
            <a:r>
              <a:t>SHA: 110fc3b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팀 채팅 지원을 위한 Repository 및 DTO 확장</a:t>
            </a:r>
          </a:p>
          <a:p/>
          <a:p>
            <a:r>
              <a:t>- ChatRoomRepository에 팀 채팅방 및 참여방 조회 JPQL 쿼리 구현</a:t>
            </a:r>
          </a:p>
          <a:p>
            <a:r>
              <a:t>- ChatMessageRepository에 DIRECT 전용 메서드명 명확화 리팩토링</a:t>
            </a:r>
          </a:p>
          <a:p>
            <a:r>
              <a:t>- ChatRoomParticipantRepository에 lastReadAt 기반 팀 미읽음 카운트 쿼리 구현</a:t>
            </a:r>
          </a:p>
          <a:p>
            <a:r>
              <a:t>- ChatDto 및 WsEnvelope에 팀 채팅용 응답 레코드(Record) 및 웹소켓 이벤트 추가</a:t>
            </a:r>
          </a:p>
          <a:p>
            <a:r>
              <a:t>SHA: 8b8652f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chore: ignore local logs directory in root in addition to src/logs/</a:t>
            </a:r>
          </a:p>
          <a:p>
            <a:r>
              <a:t>SHA: 1ca12f2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api명세서 업데이트</a:t>
            </a:r>
          </a:p>
          <a:p>
            <a:r>
              <a:t>SHA: a7eb2f6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팀 채팅 비즈니스 로직 및 API 엔드포인트 구현</a:t>
            </a:r>
          </a:p>
          <a:p/>
          <a:p>
            <a:r>
              <a:t>- ChatService에 DIRECT+TEAM 통합 목록 조회, 팀방 생성 및 합류 로직 추가</a:t>
            </a:r>
          </a:p>
          <a:p>
            <a:r>
              <a:t>- ChatRoomParticipant의 lastReadAt을 활용한 팀 채팅 읽음 처리 구현</a:t>
            </a:r>
          </a:p>
          <a:p>
            <a:r>
              <a:t>- ChatController 라우팅을 /direct와 /team 기반으로 명확하게 리팩토링</a:t>
            </a:r>
          </a:p>
          <a:p>
            <a:r>
              <a:t>- 중첩 레코드 import 와일드카드 컴파일 오류 수정 및 최적화</a:t>
            </a:r>
          </a:p>
          <a:p>
            <a:r>
              <a:t>SHA: 54cbc7f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add clear alerts button to dashboard and update message store to reset unread counts on room selection</a:t>
            </a:r>
          </a:p>
          <a:p>
            <a:r>
              <a:t>SHA: a20ea13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1:1 및 팀 채팅 통합을 위한 도메인 모델 구축</a:t>
            </a:r>
          </a:p>
          <a:p/>
          <a:p>
            <a:r>
              <a:t>- ChatRoomType 이넘(DIRECT, TEAM) 추가</a:t>
            </a:r>
          </a:p>
          <a:p>
            <a:r>
              <a:t>- ChatRoom 엔티티에 타입별 복합 유니크 제약조건 및 빌더 분리 구현</a:t>
            </a:r>
          </a:p>
          <a:p>
            <a:r>
              <a:t>- TEAM 채팅 관리를 위한 ChatRoomParticipant 엔티티 신규 추가</a:t>
            </a:r>
          </a:p>
          <a:p>
            <a:r>
              <a:t>- ChatMessage 엔티티 내 DIRECT 전용 읽음 처리 속성 주석화 및 명확화</a:t>
            </a:r>
          </a:p>
          <a:p>
            <a:r>
              <a:t>SHA: 57b310c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send CHAT_READ event to self to clear unread badge immediately</a:t>
            </a:r>
          </a:p>
          <a:p/>
          <a:p>
            <a:r>
              <a:t>- Backend: notifyReadAfterCommit now sends CHAT_READ to both the sender</a:t>
            </a:r>
          </a:p>
          <a:p>
            <a:r>
              <a:t>  (who sent the messages) and the reader (who just read them), so the</a:t>
            </a:r>
          </a:p>
          <a:p>
            <a:r>
              <a:t>  reader's own unread badge clears via WebSocket without waiting for</a:t>
            </a:r>
          </a:p>
          <a:p>
            <a:r>
              <a:t>  a page refresh or API re-fetch.</a:t>
            </a:r>
          </a:p>
          <a:p>
            <a:r>
              <a:t>- Frontend: markMessagesAsRead comment updated to clarify bidirectional</a:t>
            </a:r>
          </a:p>
          <a:p>
            <a:r>
              <a:t>  read handling (me reading = clear sender's messages, sender reading =</a:t>
            </a:r>
          </a:p>
          <a:p>
            <a:r>
              <a:t>  clear my messages). unreadCount: 0 is always applied on CHAT_READ.</a:t>
            </a:r>
          </a:p>
          <a:p>
            <a:r>
              <a:t>SHA: 6b33e7d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simplify chat service logic by delegating stream handling to the message processor</a:t>
            </a:r>
          </a:p>
          <a:p>
            <a:r>
              <a:t>SHA: 1c798cf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Zustand persist 다중 사용자 로컬스토리지 격리 및 회의실 도메인 리팩토링</a:t>
            </a:r>
          </a:p>
          <a:p/>
          <a:p>
            <a:r>
              <a:t>- userScopedStorage.ts: 사용자별 동적 키({baseKey}:{userId}) 스토리지 어댑터 구현</a:t>
            </a:r>
          </a:p>
          <a:p>
            <a:r>
              <a:t>- commuteStore, standupStore, videoCallStore: persist에 userScopedStorage 적용</a:t>
            </a:r>
          </a:p>
          <a:p>
            <a:r>
              <a:t>- 각 스토어 storage 이벤트 리스너에 scoped key 필터링 가드 추가</a:t>
            </a:r>
          </a:p>
          <a:p>
            <a:r>
              <a:t>- authStore logout: 현재 사용자의 scoped localStorage 데이터 정리 + TEAM_OWNER 키 클린업</a:t>
            </a:r>
          </a:p>
          <a:p>
            <a:r>
              <a:t>- userScopedStorage getItem: 레거시 키 → scoped 키 1회 자동 마이그레이션</a:t>
            </a:r>
          </a:p>
          <a:p>
            <a:r>
              <a:t>- 회의실 UI를 MeetingRoomPanel/MeetingRoomModalHost로 분리 (codex5.5 패치 포함)</a:t>
            </a:r>
          </a:p>
          <a:p>
            <a:r>
              <a:t>- teamStorage: 사용자별 팀 캐시 격리 (codex5.5 패치 포함)</a:t>
            </a:r>
          </a:p>
          <a:p>
            <a:r>
              <a:t>- ownerMemberId 가드를 standup/videoCall/commute 스토어에 적용 (codex5.5 패치 포함)</a:t>
            </a:r>
          </a:p>
          <a:p/>
          <a:p>
            <a:r>
              <a:t>검증: npx tsc --noEmit + npm run build 통과</a:t>
            </a:r>
          </a:p>
          <a:p>
            <a:r>
              <a:t>SHA: 11df629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use selector for syncMemberContext to fix ts errors and resolve lint warnings</a:t>
            </a:r>
          </a:p>
          <a:p>
            <a:r>
              <a:t>SHA: 7df2daa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fix(team): allow employees to fetch team members for video call invites</a:t>
            </a:r>
          </a:p>
          <a:p>
            <a:r>
              <a:t>SHA: b2adca3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resolve blank screen issue after joining team by fixing reference error in useMeetingRoomController</a:t>
            </a:r>
          </a:p>
          <a:p>
            <a:r>
              <a:t>SHA: 05297f8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team-based websocket subscription and manager role support in meeting room controller</a:t>
            </a:r>
          </a:p>
          <a:p>
            <a:r>
              <a:t>SHA: 7696896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remove unused vi import in videoCallStore.test.ts</a:t>
            </a:r>
          </a:p>
          <a:p>
            <a:r>
              <a:t>SHA: 24052ad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fix(meeting-room): allow JOIN_REQUESTED ws event &amp; optimistically update UI on invite</a:t>
            </a:r>
          </a:p>
          <a:p>
            <a:r>
              <a:t>SHA: 05c060f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fix(meeting): add UI overlay for invitations and fix join request event filter</a:t>
            </a:r>
          </a:p>
          <a:p>
            <a:r>
              <a:t>SHA: 5772126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chore: add gstack skill routing rules to CLAUDE.md</a:t>
            </a:r>
          </a:p>
          <a:p>
            <a:r>
              <a:t>SHA: 66bf0e3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e2690ea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dance(feat.배경훈교수님)</a:t>
            </a:r>
          </a:p>
          <a:p>
            <a:r>
              <a:t>SHA: 215374f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c134d11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 hurry up</a:t>
            </a:r>
          </a:p>
          <a:p>
            <a:r>
              <a:t>SHA: 734943d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</a:t>
            </a:r>
          </a:p>
          <a:p>
            <a:r>
              <a:t>SHA: 65fcc69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2231f0b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update TeamController to handle empty search results correctly</a:t>
            </a:r>
          </a:p>
          <a:p>
            <a:r>
              <a:t>SHA: 4bfb8a3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'feature/scoped-storage-fix' into jongwoo0101</a:t>
            </a:r>
          </a:p>
          <a:p>
            <a:r>
              <a:t>SHA: 64a16cb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idle-based status auto-transition and simplify AI state classifier logic</a:t>
            </a:r>
          </a:p>
          <a:p>
            <a:r>
              <a:t>SHA: e85e25f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narrow user.id null check in EmployeeViewContent</a:t>
            </a:r>
          </a:p>
          <a:p>
            <a:r>
              <a:t>SHA: fbe8f26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commit (feat.BIGBANG)</a:t>
            </a:r>
          </a:p>
          <a:p>
            <a:r>
              <a:t>SHA: b8c98b4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 22</a:t>
            </a:r>
          </a:p>
          <a:p>
            <a:r>
              <a:t>SHA: 5f60a31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>
            <a:r>
              <a:t>SHA: 223e97a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</a:t>
            </a:r>
          </a:p>
          <a:p>
            <a:r>
              <a:t>SHA: 67f2b12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include participantId in meeting notifications and refactor team store selectors for improved reactivity</a:t>
            </a:r>
          </a:p>
          <a:p>
            <a:r>
              <a:t>SHA: ffd89bd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recover commute state drift when backend worklog is reset</a:t>
            </a:r>
          </a:p>
          <a:p>
            <a:r>
              <a:t>SHA: 2771b01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  <a:p>
            <a:r>
              <a:t>SHA: 2733dd7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화상회의 방 재입장 시 호스트/참가자 상태 동기화 및 모달 미표시 버그 수정</a:t>
            </a:r>
          </a:p>
          <a:p>
            <a:r>
              <a:t>SHA: 9cc00cd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>
            <a:r>
              <a:t>SHA: 10b1c19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  <a:p>
            <a:r>
              <a:t>SHA: 2d0efae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  <a:p>
            <a:r>
              <a:t>SHA: 766cfc6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add audit specification for hardcoding structure mitigation</a:t>
            </a:r>
          </a:p>
          <a:p>
            <a:r>
              <a:t>SHA: 46d4465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  <a:p>
            <a:r>
              <a:t>SHA: 2b80052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chore: enable strict mode in frontend TypeScript configuration</a:t>
            </a:r>
          </a:p>
          <a:p>
            <a:r>
              <a:t>SHA: 7206c4f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simplify joinRoom signature and optimize media stream management in video calls</a:t>
            </a:r>
          </a:p>
          <a:p>
            <a:r>
              <a:t>SHA: 4ca0b48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centralize status UI settings and update dashboard WebSocket event handling</a:t>
            </a:r>
          </a:p>
          <a:p>
            <a:r>
              <a:t>SHA: 0814df8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commit test</a:t>
            </a:r>
          </a:p>
          <a:p>
            <a:r>
              <a:t>SHA: 3c73f17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bd3f72e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69eba90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2dcfa89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2f71617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test 코드 수정</a:t>
            </a:r>
          </a:p>
          <a:p>
            <a:r>
              <a:t>SHA: 1a35a0a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테스트 코드 수정</a:t>
            </a:r>
          </a:p>
          <a:p>
            <a:r>
              <a:t>SHA: be0679d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상태 관리 API 구현 (StatusController, StatusService)</a:t>
            </a:r>
          </a:p>
          <a:p/>
          <a:p>
            <a:r>
              <a:t>- PUT /api/status/ai: AI 판별 상태 업데이트 (WORKING/MEETING/BREAK)</a:t>
            </a:r>
          </a:p>
          <a:p>
            <a:r>
              <a:t>- PUT /api/status/manual: 사용자 수동 FOCUS 설정</a:t>
            </a:r>
          </a:p>
          <a:p>
            <a:r>
              <a:t>- GET /api/status/team/{managerId}: 팀 전체 상태 조회</a:t>
            </a:r>
          </a:p>
          <a:p>
            <a:r>
              <a:t>- 상태 변경 시 WebSocket 브로드캐스트 포함</a:t>
            </a:r>
          </a:p>
          <a:p>
            <a:r>
              <a:t>SHA: 077973c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명세서 수정</a:t>
            </a:r>
          </a:p>
          <a:p>
            <a:r>
              <a:t>SHA: 209a4f5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plan.txt 파일 수정</a:t>
            </a:r>
          </a:p>
          <a:p>
            <a:r>
              <a:t>SHA: c421ea3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822e9ed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찐찐찐막입니다..</a:t>
            </a:r>
          </a:p>
          <a:p>
            <a:r>
              <a:t>SHA: 10379e7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 branch 'frontend' into Jongwoo0101</a:t>
            </a:r>
          </a:p>
          <a:p>
            <a:r>
              <a:t>SHA: deb9562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찐찐막?</a:t>
            </a:r>
          </a:p>
          <a:p>
            <a:r>
              <a:t>SHA: 1f86775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진짜레전드완벽이다이거</a:t>
            </a:r>
          </a:p>
          <a:p>
            <a:r>
              <a:t>SHA: dbff053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다듬기 호호</a:t>
            </a:r>
          </a:p>
          <a:p>
            <a:r>
              <a:t>SHA: 3f20abd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Member.java 가상머니 삭제</a:t>
            </a:r>
          </a:p>
          <a:p>
            <a:r>
              <a:t>SHA: 1d013c9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WorksightApiApplicationTests.java 삭제</a:t>
            </a:r>
          </a:p>
          <a:p>
            <a:r>
              <a:t>SHA: 2464818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v2.0 API 연동 및 Option B Fallback 탑재 완료</a:t>
            </a:r>
          </a:p>
          <a:p>
            <a:r>
              <a:t>SHA: 2fad780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신규 엔드포인트 반영</a:t>
            </a:r>
          </a:p>
          <a:p>
            <a:r>
              <a:t>WebSocketConfig.java</a:t>
            </a:r>
          </a:p>
          <a:p>
            <a:r>
              <a:t>SHA: 37c1f34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feat(frontend): fix commute check-in bug, enable strict mode, and add stores</a:t>
            </a:r>
          </a:p>
          <a:p>
            <a:r>
              <a:t>SHA: 185c1f1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initialize project dependencies and add smart-away system plan documentation</a:t>
            </a:r>
          </a:p>
          <a:p>
            <a:r>
              <a:t>SHA: fae9c84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status-api-test.http 내에 오타 수정</a:t>
            </a:r>
          </a:p>
          <a:p>
            <a:r>
              <a:t>SHA: 426131e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StatusService.java 주석 수정</a:t>
            </a:r>
          </a:p>
          <a:p>
            <a:r>
              <a:t>SHA: 09192c4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it will mabye...last..commit??</a:t>
            </a:r>
          </a:p>
          <a:p>
            <a:r>
              <a:t>SHA: 256c63b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Role.java 경로를 enums 패키지로 이동</a:t>
            </a:r>
          </a:p>
          <a:p>
            <a:r>
              <a:t>SHA: 7f2e18c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package-lock.json 수정</a:t>
            </a:r>
          </a:p>
          <a:p>
            <a:r>
              <a:t>SHA: 4e67038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8c72b97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status-api-test.http 경로 변경</a:t>
            </a:r>
          </a:p>
          <a:p>
            <a:r>
              <a:t>SHA: 3180609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  <a:p>
            <a:r>
              <a:t>SHA: 65b3319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StatusType.java 주석 수정</a:t>
            </a:r>
          </a:p>
          <a:p>
            <a:r>
              <a:t>SHA: eeea85e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align AI model and frontend with backend StatusType (WORKING/MEETING/BREAK) and remove SMARTPHONE/SLEEP</a:t>
            </a:r>
          </a:p>
          <a:p>
            <a:r>
              <a:t>SHA: 36133d1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참조 끊어진 MonitoringServiceTest.java 삭제 및 테스트 빌드 정상화</a:t>
            </a:r>
          </a:p>
          <a:p>
            <a:r>
              <a:t>SHA: e5978d3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TODO.md 갱신 (Jongwoo0101 브랜치 병합 내역 추가)</a:t>
            </a:r>
          </a:p>
          <a:p>
            <a:r>
              <a:t>SHA: e98baf7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origin/Jongwoo0101 브랜치의 test.css, test.html, test.js 파일 복원</a:t>
            </a:r>
          </a:p>
          <a:p>
            <a:r>
              <a:t>SHA: ec2f075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&lt;기획&gt;commit im sorry</a:t>
            </a:r>
          </a:p>
          <a:p>
            <a:r>
              <a:t>SHA: f2cba2c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  <a:p>
            <a:r>
              <a:t>SHA: e35c560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MemberStatusDto.java 주석 수정</a:t>
            </a:r>
          </a:p>
          <a:p>
            <a:r>
              <a:t>SHA: fc82f2f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b571a15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  <a:p>
            <a:r>
              <a:t>SHA: d386bf7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&lt;기획&gt;보완</a:t>
            </a:r>
          </a:p>
          <a:p>
            <a:r>
              <a:t>SHA: 31323a2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merge: origin/Jongwoo0101 브랜치의 신규 백엔드 상태 관리 API 연동 반영</a:t>
            </a:r>
          </a:p>
          <a:p>
            <a:r>
              <a:t>SHA: f9834bd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2026-05-15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기획완료</a:t>
            </a:r>
          </a:p>
          <a:p>
            <a:r>
              <a:t>SHA: 46c1fd8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SHA: 39a1def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>
            <a:r>
              <a:t>SHA: fc6a569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301de3d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resolve useEffect dependency cycle in EmployeeView</a:t>
            </a:r>
          </a:p>
          <a:p>
            <a:r>
              <a:t>SHA: 0a5ad10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계획서 수정</a:t>
            </a:r>
          </a:p>
          <a:p>
            <a:r>
              <a:t>SHA: 8e50acb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integrate AI monitoring with WebSocket</a:t>
            </a:r>
          </a:p>
          <a:p>
            <a:r>
              <a:t>SHA: 255a879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</a:t>
            </a:r>
          </a:p>
          <a:p>
            <a:r>
              <a:t>SHA: 6560364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팀 스토리지 유틸리티 구현, 모니터링 서비스 유닛 테스트 추가, AI 모델 환경 문제 해결</a:t>
            </a:r>
          </a:p>
          <a:p>
            <a:r>
              <a:t>SHA: 7fd2ee8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오타수정, api명세서 재정의</a:t>
            </a:r>
          </a:p>
          <a:p>
            <a:r>
              <a:t>SHA: f013b7e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add token to authStore to fix EmployeeView hook</a:t>
            </a:r>
          </a:p>
          <a:p>
            <a:r>
              <a:t>SHA: d08cc5c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branch-test</a:t>
            </a:r>
          </a:p>
          <a:p>
            <a:r>
              <a:t>SHA: 93899c6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use type-only import in useMonitorWS</a:t>
            </a:r>
          </a:p>
          <a:p>
            <a:r>
              <a:t>SHA: 06db34f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refactor(frontend): clean up useMonitorWS hook and remove redundant stop logic</a:t>
            </a:r>
          </a:p>
          <a:p>
            <a:r>
              <a:t>SHA: c115c7c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&lt;수정중&gt;수정중</a:t>
            </a:r>
          </a:p>
          <a:p>
            <a:r>
              <a:t>SHA: b9eacf6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fix(ai_model): lock mediapipe version and create server</a:t>
            </a:r>
          </a:p>
          <a:p>
            <a:r>
              <a:t>SHA: bcab1ef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2026-05-12</a:t>
            </a:r>
          </a:p>
          <a:p>
            <a:r>
              <a:t>작성자: 원종우</a:t>
            </a:r>
          </a:p>
          <a:p>
            <a:r>
              <a:t>요약: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>
            <a:r>
              <a:t>SHA: 461e7b7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dldnwls07</a:t>
            </a:r>
          </a:p>
          <a:p>
            <a:r>
              <a:t>요약: 백엔드 보안 설정 수정 및 프론트엔드 실시간 DB 연동 고도화</a:t>
            </a:r>
          </a:p>
          <a:p>
            <a:r>
              <a:t>SHA: e14c53d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원종우</a:t>
            </a:r>
          </a:p>
          <a:p>
            <a:r>
              <a:t>요약: chore: Spring Security 및 Hibernate 로그 설정 수정</a:t>
            </a:r>
          </a:p>
          <a:p>
            <a:r>
              <a:t>SHA: e688cea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및 생성 시 프론트엔드의 사파리 호환성 및 조용한 에러 처리(Silent Failure) 문제 해결</a:t>
            </a:r>
          </a:p>
          <a:p/>
          <a:p>
            <a:r>
              <a:t>1. api.ts:</a:t>
            </a:r>
          </a:p>
          <a:p>
            <a:r>
              <a:t>   - Safari 등 일부 브라우저에서 Content-Type이 누락되어 빈 응답으로 처리되는 문제 해결</a:t>
            </a:r>
          </a:p>
          <a:p>
            <a:r>
              <a:t>   - status 204가 아닌 이상 항상 JSON 파싱을 시도하도록 변경</a:t>
            </a:r>
          </a:p>
          <a:p/>
          <a:p>
            <a:r>
              <a:t>2. CreateTeamModal.tsx:</a:t>
            </a:r>
          </a:p>
          <a:p>
            <a:r>
              <a:t>   - 백엔드가 에러를 반환했을 때(예: 서버 재시작으로 인한 토큰 만료 등) 조용히 로컬 폴백 코드를 생성하던 버그 수정</a:t>
            </a:r>
          </a:p>
          <a:p>
            <a:r>
              <a:t>   - 백엔드의 응답 코드가 존재하는 경우에만 처리하도록 명시적 분기 추가</a:t>
            </a:r>
          </a:p>
          <a:p/>
          <a:p>
            <a:r>
              <a:t>3. JoinTeam.tsx:</a:t>
            </a:r>
          </a:p>
          <a:p>
            <a:r>
              <a:t>   - 서버의 비즈니스 에러 메시지(400, 401 등)를 무시하고 일괄적으로 로컬 폴백 에러로 덮어씌우던 문제 해결</a:t>
            </a:r>
          </a:p>
          <a:p>
            <a:r>
              <a:t>   - 실제 서버에서 보낸 에러 메시지(예: '만료된 코드')를 사용자에게 정확히 노출</a:t>
            </a:r>
          </a:p>
          <a:p/>
          <a:p>
            <a:r>
              <a:t>4. MemberService.java:</a:t>
            </a:r>
          </a:p>
          <a:p>
            <a:r>
              <a:t>   - joinTeam 시 메모리에만 저장하고 DB에 반영하지 않던 치명적 버그 수정 (memberRepository.save 누락 추가)</a:t>
            </a:r>
          </a:p>
          <a:p>
            <a:r>
              <a:t>SHA: 6608319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JwtAuthenticationFilter에서 UserDetailsService 제거 및 MemberRepository 직접 주입</a:t>
            </a:r>
          </a:p>
          <a:p/>
          <a:p>
            <a:r>
              <a:t>- 만료/무효 토큰이 헤더에 포함된 요청도 예외 없이 안전하게 통과하도록 수정</a:t>
            </a:r>
          </a:p>
          <a:p>
            <a:r>
              <a:t>- loadUserByUsername 대신 memberRepository.findById().ifPresent()로 변경</a:t>
            </a:r>
          </a:p>
          <a:p>
            <a:r>
              <a:t>- 회원가입 시 기존 토큰이 헤더에 있어도 500 에러 발생하지 않도록 픽스</a:t>
            </a:r>
          </a:p>
          <a:p>
            <a:r>
              <a:t>SHA: 6ccbfcd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SecurityConfig 401/403 응답 분리 및 인증 경로 명시</a:t>
            </a:r>
          </a:p>
          <a:p/>
          <a:p>
            <a:r>
              <a:t>- authenticationEntryPoint 추가로 미인증 요청 → 401 반환</a:t>
            </a:r>
          </a:p>
          <a:p>
            <a:r>
              <a:t>- accessDeniedHandler 추가로 권한 부족 요청 → 403 반환</a:t>
            </a:r>
          </a:p>
          <a:p>
            <a:r>
              <a:t>- invite-code, join-team 경로 authenticated() 명시로 미인증 시 401 보장</a:t>
            </a:r>
          </a:p>
          <a:p>
            <a:r>
              <a:t>- UserDetailsService → MemberRepository 주입으로 변경</a:t>
            </a:r>
          </a:p>
          <a:p>
            <a:r>
              <a:t>- @EnableMethodSecurity 추가</a:t>
            </a:r>
          </a:p>
          <a:p>
            <a:r>
              <a:t>SHA: 83dd30a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 및 인증/예외 처리 개선</a:t>
            </a:r>
          </a:p>
          <a:p/>
          <a:p>
            <a:r>
              <a:t>- Member: managerId 필드 및 linkManager() 메서드 추가</a:t>
            </a:r>
          </a:p>
          <a:p>
            <a:r>
              <a:t>- MemberDto: LoginResponse 토큰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MemberController: POST /invite-code (MANAGER), POST /join-team (EMPLOYEE) 엔드포인트 추가</a:t>
            </a:r>
          </a:p>
          <a:p>
            <a:r>
              <a:t>- MemberService: 초대 코드 생성/검증/무효화 로직 구현 (ConcurrentHashMap, 5분 만료),</a:t>
            </a:r>
          </a:p>
          <a:p>
            <a:r>
              <a:t>  팀 매핑 후 WebSocket TEAM_LINKED 이벤트 전송</a:t>
            </a:r>
          </a:p>
          <a:p>
            <a:r>
              <a:t>- MonitoringService: 존재하지 않는 직원 조회 시 NoSuchElementException으로 변경</a:t>
            </a:r>
          </a:p>
          <a:p>
            <a:r>
              <a:t>- GlobalExceptionHandler: 404 (NoSuchElementException) 핸들러 추가</a:t>
            </a:r>
          </a:p>
          <a:p>
            <a:r>
              <a:t>- SecurityConfig: 401/403 응답 핸들러 명시적 분리,</a:t>
            </a:r>
          </a:p>
          <a:p>
            <a:r>
              <a:t>  invite-code · join-team 경로 authenticated() 추가로 미인증 시 401 보장</a:t>
            </a:r>
          </a:p>
          <a:p>
            <a:r>
              <a:t>- test-api.http: 초대 코드 플로우 및 에러 케이스 테스트 추가</a:t>
            </a:r>
          </a:p>
          <a:p>
            <a:r>
              <a:t>SHA: fee7784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2f31a96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chore: add debug logs for 403 analysis and fix frontend login UX/fallback</a:t>
            </a:r>
          </a:p>
          <a:p>
            <a:r>
              <a:t>SHA: 227cec9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fix team join sync bug and add real-time cross-tab sync</a:t>
            </a:r>
          </a:p>
          <a:p>
            <a:r>
              <a:t>SHA: 45b8558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팀 조회 API 구현 (TeamController, TeamService, TeamDto)</a:t>
            </a:r>
          </a:p>
          <a:p/>
          <a:p>
            <a:r>
              <a:t>- TeamDto: MyTeamResponse, TeamMemberResponse 레코드 추가</a:t>
            </a:r>
          </a:p>
          <a:p>
            <a:r>
              <a:t>- TeamService: getMyTeam() - EMPLOYEE 소속 팀(관리자 정보) 조회</a:t>
            </a:r>
          </a:p>
          <a:p>
            <a:r>
              <a:t>              getTeamMembers() - MANAGER 팀 소속 직원 목록 조회</a:t>
            </a:r>
          </a:p>
          <a:p>
            <a:r>
              <a:t>              본인 팀 외 조회 시도 시 400 반환</a:t>
            </a:r>
          </a:p>
          <a:p>
            <a:r>
              <a:t>- TeamController: GET /teams/my-team (EMPLOYEE)</a:t>
            </a:r>
          </a:p>
          <a:p>
            <a:r>
              <a:t>                  GET /teams/{managerId}/members (MANAGER) 추가</a:t>
            </a:r>
          </a:p>
          <a:p>
            <a:r>
              <a:t>SHA: aadefbc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개발 편의를 위한 데이터 초기화 버튼 추가 (백엔드 재시작 시 동기화 용도)</a:t>
            </a:r>
          </a:p>
          <a:p>
            <a:r>
              <a:t>SHA: fc03f79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chore: JWT 만료 시간 연장 및 테스트 API 파일 업데이트</a:t>
            </a:r>
          </a:p>
          <a:p/>
          <a:p>
            <a:r>
              <a:t>- application.yaml: jwt.expiration 24시간으로 변경 (개발 편의)</a:t>
            </a:r>
          </a:p>
          <a:p>
            <a:r>
              <a:t>- test-api.http: 초대 코드 플로우, 팀 조회, 에러 케이스 테스트 추가</a:t>
            </a:r>
          </a:p>
          <a:p>
            <a:r>
              <a:t>SHA: 734d54c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GlobalExceptionHandler에 404, 409 예외 핸들러 추가</a:t>
            </a:r>
          </a:p>
          <a:p/>
          <a:p>
            <a:r>
              <a:t>- NoSuchElementException → 404 NOT_FOUND 처리 (존재하지 않는 직원 ID)</a:t>
            </a:r>
          </a:p>
          <a:p>
            <a:r>
              <a:t>- IllegalStateException → 409 INVALID_STATE 처리 (팀 미소속 상태)</a:t>
            </a:r>
          </a:p>
          <a:p>
            <a:r>
              <a:t>- AccessDeniedException → 403 ACCESS_DENIED 처리</a:t>
            </a:r>
          </a:p>
          <a:p>
            <a:r>
              <a:t>SHA: 239e7dc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Member에 managerId 필드 및 팀 매핑 메서드 추가</a:t>
            </a:r>
          </a:p>
          <a:p/>
          <a:p>
            <a:r>
              <a:t>- managerId 필드 추가 (팀 매핑용)</a:t>
            </a:r>
          </a:p>
          <a:p>
            <a:r>
              <a:t>- linkManager(Long managerId) 메서드 추가</a:t>
            </a:r>
          </a:p>
          <a:p>
            <a:r>
              <a:t>- getManagerId() 명시적 getter 추가 (UserDetails 충돌 방지)</a:t>
            </a:r>
          </a:p>
          <a:p>
            <a:r>
              <a:t>- MemberRepository에 findAllByManagerId() 쿼리 메서드 추가</a:t>
            </a:r>
          </a:p>
          <a:p>
            <a:r>
              <a:t>SHA: 301661f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</a:t>
            </a:r>
          </a:p>
          <a:p/>
          <a:p>
            <a:r>
              <a:t>- MemberDto: LoginResponse token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MemberService: 초대 코드 생성/검증/무효화 로직 구현</a:t>
            </a:r>
          </a:p>
          <a:p>
            <a:r>
              <a:t>  (ConcurrentHashMap in-memory 저장, 5분 만료, 일회성)</a:t>
            </a:r>
          </a:p>
          <a:p>
            <a:r>
              <a:t>  팀 매핑 완료 후 WebSocket TEAM_LINKED 이벤트 전송</a:t>
            </a:r>
          </a:p>
          <a:p>
            <a:r>
              <a:t>  joinTeam()에서 영속성 컨텍스트 보장을 위해 DB 재조회 처리</a:t>
            </a:r>
          </a:p>
          <a:p>
            <a:r>
              <a:t>- MemberController: POST /invite-code (MANAGER), POST /join-team (EMPLOYEE) 추가</a:t>
            </a:r>
          </a:p>
          <a:p>
            <a:r>
              <a:t>SHA: 26f546a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시 서버 에러 메시지가 로컬 폴백 메시지에 가려지는 문제 수정</a:t>
            </a:r>
          </a:p>
          <a:p>
            <a:r>
              <a:t>SHA: 3f21eaa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push rebase</a:t>
            </a:r>
          </a:p>
          <a:p>
            <a:r>
              <a:t>SHA: ab12b59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백엔드 API 규격 동기화 (토큰 필드명 및 초대 코드 형식 반영)</a:t>
            </a:r>
          </a:p>
          <a:p/>
          <a:p>
            <a:r>
              <a:t>- LoginResponse: accessToken -&gt; token 필드명 변경 대응</a:t>
            </a:r>
          </a:p>
          <a:p>
            <a:r>
              <a:t>- authStore: token 및 refreshToken 저장 로직 업데이트</a:t>
            </a:r>
          </a:p>
          <a:p>
            <a:r>
              <a:t>- JoinTeam: WS-XXXX-XXXX 형식의 초대 코드 지원 및 UI 최적화</a:t>
            </a:r>
          </a:p>
          <a:p>
            <a:r>
              <a:t>- api: 초대 코드 생성 시 불필요한 바디 전송 제거</a:t>
            </a:r>
          </a:p>
          <a:p>
            <a:r>
              <a:t>- teamStore: 백엔드와 동일한 코드 생성 형식(WS-XXXX-XXXX) 적용</a:t>
            </a:r>
          </a:p>
          <a:p>
            <a:r>
              <a:t>SHA: 8c4de72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MonitoringService 존재하지 않는 직원 조회 시 404 반환하도록 수정</a:t>
            </a:r>
          </a:p>
          <a:p/>
          <a:p>
            <a:r>
              <a:t>- IllegalArgumentException → NoSuchElementException으로 변경</a:t>
            </a:r>
          </a:p>
          <a:p>
            <a:r>
              <a:t>- GlobalExceptionHandler의 404 핸들러와 연동</a:t>
            </a:r>
          </a:p>
          <a:p>
            <a:r>
              <a:t>SHA: b04984c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최신화</a:t>
            </a:r>
          </a:p>
          <a:p/>
          <a:p>
            <a:r>
              <a:t>- 팀 API, 초대 코드 API, 토큰 재발급 API 추가</a:t>
            </a:r>
          </a:p>
          <a:p>
            <a:r>
              <a:t>- 공통 에러 응답 형식 추가</a:t>
            </a:r>
          </a:p>
          <a:p>
            <a:r>
              <a:t>- WebSocket 구독 경로 및 TEAM_LINKED 이벤트 명세 추가</a:t>
            </a:r>
          </a:p>
          <a:p>
            <a:r>
              <a:t>- 보안 설정 및 전체 흐름 업데이트</a:t>
            </a:r>
          </a:p>
          <a:p>
            <a:r>
              <a:t>SHA: 76fdacf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>
            <a:r>
              <a:t>SHA: d4e9af5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>
            <a:r>
              <a:t>SHA: 055aa6f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원종우</a:t>
            </a:r>
          </a:p>
          <a:p>
            <a:r>
              <a:t>요약: Merge pull request #3 from Jongwoo0101/frontend</a:t>
            </a:r>
          </a:p>
          <a:p/>
          <a:p>
            <a:r>
              <a:t>프론트엔드 수정 및 개선 확인 완료</a:t>
            </a:r>
          </a:p>
          <a:p>
            <a:r>
              <a:t>백엔드 수정 예정</a:t>
            </a:r>
          </a:p>
          <a:p>
            <a:r>
              <a:t>SHA: 943c3ad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지원페이지 이메일변경</a:t>
            </a:r>
          </a:p>
          <a:p>
            <a:r>
              <a:t>SHA: e25fbfa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decompose monolithic dashboard components and centralize websocket logic</a:t>
            </a:r>
          </a:p>
          <a:p>
            <a:r>
              <a:t>SHA: 4aef356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modularize pages, add checkout flow, and eliminate inline styles</a:t>
            </a:r>
          </a:p>
          <a:p>
            <a:r>
              <a:t>SHA: fb9f55a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frontend CSS refactoring, JWT integration, and sync backend updates</a:t>
            </a:r>
          </a:p>
          <a:p>
            <a:r>
              <a:t>SHA: 00ad585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초대 코드 기반 직원 추가 시스템 구현 및 UI 개선</a:t>
            </a:r>
          </a:p>
          <a:p/>
          <a:p>
            <a:r>
              <a:t>- 직원 초대 코드를 생성하고 5분 후 자동 만료되는 타이머 기능 추가</a:t>
            </a:r>
          </a:p>
          <a:p>
            <a:r>
              <a:t>- 관리자가 초대 코드를 입력하여 팀원을 추가하는 모달 UI 구현</a:t>
            </a:r>
          </a:p>
          <a:p>
            <a:r>
              <a:t>- API 에러 핸들링 강화 (백엔드 미구현 시 사용자 친화적 메시지 출력)</a:t>
            </a:r>
          </a:p>
          <a:p>
            <a:r>
              <a:t>- 초대 코드 수동 취소 기능 추가</a:t>
            </a:r>
          </a:p>
          <a:p>
            <a:r>
              <a:t>SHA: aecb64a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merge base branch Jongwoo0101 and resolve conflicts in api.ts and authStore.ts</a:t>
            </a:r>
          </a:p>
          <a:p>
            <a:r>
              <a:t>SHA: 674461b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feat(auth): refresh token DB 저장 및 재발급 구현</a:t>
            </a:r>
          </a:p>
          <a:p/>
          <a:p>
            <a:r>
              <a:t>- RefreshToken 엔티티 추가 (memberId, token, expiresAt)</a:t>
            </a:r>
          </a:p>
          <a:p>
            <a:r>
              <a:t>- RefreshTokenRepository 추가</a:t>
            </a:r>
          </a:p>
          <a:p>
            <a:r>
              <a:t>- RefreshTokenService 추가 (저장/검증/rotate/삭제)</a:t>
            </a:r>
          </a:p>
          <a:p>
            <a:r>
              <a:t>SHA: fd3fc85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refactor(jwt): access/refresh 토큰 분리 및 subject를 userId로 변경</a:t>
            </a:r>
          </a:p>
          <a:p/>
          <a:p>
            <a:r>
              <a:t>- JwtProvider: generateAccessToken/generateRefreshToken 분리</a:t>
            </a:r>
          </a:p>
          <a:p>
            <a:r>
              <a:t>- subject를 username에서 userId(Long)로 변경</a:t>
            </a:r>
          </a:p>
          <a:p>
            <a:r>
              <a:t>- roles를 List 구조로 변경</a:t>
            </a:r>
          </a:p>
          <a:p>
            <a:r>
              <a:t>- secret key 최소 길이(32바이트) 검증 추가</a:t>
            </a:r>
          </a:p>
          <a:p>
            <a:r>
              <a:t>- token type(access/refresh) claim 추가</a:t>
            </a:r>
          </a:p>
          <a:p>
            <a:r>
              <a:t>SHA: be160f1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feat(member): 로그인 응답에 refresh token 추가 및 재발급 엔드포인트 구현</a:t>
            </a:r>
          </a:p>
          <a:p/>
          <a:p>
            <a:r>
              <a:t>- MemberDto: LoginResponse에 accessToken/refreshToken 분리, ReissueRequest 추가</a:t>
            </a:r>
          </a:p>
          <a:p>
            <a:r>
              <a:t>- MemberService: 로그인 시 refresh token 발급 및 저장, reissue() 추가</a:t>
            </a:r>
          </a:p>
          <a:p>
            <a:r>
              <a:t>- MemberController: POST /api/members/reissue 추가</a:t>
            </a:r>
          </a:p>
          <a:p>
            <a:r>
              <a:t>- SecurityConfig: /api/members/reissue permitAll 추가</a:t>
            </a:r>
          </a:p>
          <a:p>
            <a:r>
              <a:t>SHA: 82ca026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refactor(security): 인증 필터를 userId 기반으로 변경</a:t>
            </a:r>
          </a:p>
          <a:p/>
          <a:p>
            <a:r>
              <a:t>- JwtAuthenticationFilter: access token 타입 검증 추가, userId 기반 인증으로 변경</a:t>
            </a:r>
          </a:p>
          <a:p>
            <a:r>
              <a:t>- CustomUserDetailsService: username 조회에서 id 조회로 변경</a:t>
            </a:r>
          </a:p>
          <a:p>
            <a:r>
              <a:t>SHA: ea5a092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jwt access token 유효기간 관련 자잘한 수정</a:t>
            </a:r>
          </a:p>
          <a:p>
            <a:r>
              <a:t>24시간 -&gt; 30분</a:t>
            </a:r>
          </a:p>
          <a:p>
            <a:r>
              <a:t>SHA: 7f010bf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JWT 기반 회원 인증 시스템 구현</a:t>
            </a:r>
          </a:p>
          <a:p/>
          <a:p>
            <a:r>
              <a:t>- JwtProvider: 토큰 생성, 유효성 검증, 파싱 로직 추가</a:t>
            </a:r>
          </a:p>
          <a:p>
            <a:r>
              <a:t>- JwtAuthenticationFilter: 요청마다 Bearer 토큰 검증 및 SecurityContext 등록</a:t>
            </a:r>
          </a:p>
          <a:p>
            <a:r>
              <a:t>- CustomUserDetailsService: DB 기반 UserDetailsService 구현체 추가</a:t>
            </a:r>
          </a:p>
          <a:p>
            <a:r>
              <a:t>- Member: UserDetails 인터페이스 구현</a:t>
            </a:r>
          </a:p>
          <a:p>
            <a:r>
              <a:t>- SecurityConfig: JWT 필터 등록 및 InMemoryUserDetailsManager 제거</a:t>
            </a:r>
          </a:p>
          <a:p>
            <a:r>
              <a:t>- MemberDto: LoginResponse 레코드 추가 (token + 유저 정보)</a:t>
            </a:r>
          </a:p>
          <a:p>
            <a:r>
              <a:t>- MemberService: login() 반환 타입을 LoginResponse로 변경</a:t>
            </a:r>
          </a:p>
          <a:p>
            <a:r>
              <a:t>- MemberController: login() 응답을 LoginResponse로 변경</a:t>
            </a:r>
          </a:p>
          <a:p>
            <a:r>
              <a:t>- build.gradle: jjwt 의존성 추가 (0.12.6)</a:t>
            </a:r>
          </a:p>
          <a:p>
            <a:r>
              <a:t>- application.yaml: jwt.secret, jwt.expiration 설정 추가</a:t>
            </a:r>
          </a:p>
          <a:p>
            <a:r>
              <a:t>- api.ts: login() 반환 타입 LoginResponse로 변경</a:t>
            </a:r>
          </a:p>
          <a:p>
            <a:r>
              <a:t>- authStore.ts: 토큰 localStorage 저장 및 virtualBalance 필드 수정</a:t>
            </a:r>
          </a:p>
          <a:p>
            <a:r>
              <a:t>SHA: 1829dfa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feat(DB관련): 테이블 생성 시 소문자로 생성되는 이슈 수정.</a:t>
            </a:r>
          </a:p>
          <a:p>
            <a:r>
              <a:t>SHA: 61835d9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af5248e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api test 파일 수정</a:t>
            </a:r>
          </a:p>
          <a:p>
            <a:r>
              <a:t>SHA: dd54bf6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향후 개선 방향 작성</a:t>
            </a:r>
          </a:p>
          <a:p>
            <a:r>
              <a:t>SHA: 4a418f5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feat(security): JWT 도입을 위한 SecurityConfig 개선</a:t>
            </a:r>
          </a:p>
          <a:p/>
          <a:p>
            <a:r>
              <a:t>- CORS 허용 출처를 와일드카드(*)에서 localhost:5173으로 제한</a:t>
            </a:r>
          </a:p>
          <a:p>
            <a:r>
              <a:t>- CORS 허용 헤더를 명시적으로 지정 (Authorization, Content-Type, Accept)</a:t>
            </a:r>
          </a:p>
          <a:p>
            <a:r>
              <a:t>- SessionCreationPolicy.STATELESS 명시 (JWT Stateless 인증 전제)</a:t>
            </a:r>
          </a:p>
          <a:p>
            <a:r>
              <a:t>- 엔드포인트 권한 세분화: 회원가입·로그인 POST만 permitAll, 나머지 authenticated</a:t>
            </a:r>
          </a:p>
          <a:p>
            <a:r>
              <a:t>- JWT 필터 연동 위치 주석 추가 (addFilterBefore)</a:t>
            </a:r>
          </a:p>
          <a:p>
            <a:r>
              <a:t>- UserDetailsService 교체 예정 주석 추가</a:t>
            </a:r>
          </a:p>
          <a:p>
            <a:r>
              <a:t>- 불필요한 InMemoryUserDetailsManager Bean 임시 유지</a:t>
            </a:r>
          </a:p>
          <a:p>
            <a:r>
              <a:t>SHA: bdd1cad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chore: plan.txt -&gt; md 로 변경</a:t>
            </a:r>
          </a:p>
          <a:p>
            <a:r>
              <a:t>SHA: aea2703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chore: backup frontend local changes before backend folder sync</a:t>
            </a:r>
          </a:p>
          <a:p>
            <a:r>
              <a:t>SHA: 5b7bb89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api 테스트 페이지 개선</a:t>
            </a:r>
          </a:p>
          <a:p>
            <a:r>
              <a:t>모든 api 정상작동 확인</a:t>
            </a:r>
          </a:p>
          <a:p>
            <a:r>
              <a:t>SHA: bc84f43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Merge pull request #1 from Jongwoo0101/backend</a:t>
            </a:r>
          </a:p>
          <a:p/>
          <a:p>
            <a:r>
              <a:t>Backend 설계, 구현 완료</a:t>
            </a:r>
          </a:p>
          <a:p>
            <a:r>
              <a:t>SHA: 557e53d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sync backend folder with backend branch</a:t>
            </a:r>
          </a:p>
          <a:p>
            <a:r>
              <a:t>SHA: ff0c0dc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pull request #2 from Jongwoo0101/frontend</a:t>
            </a:r>
          </a:p>
          <a:p/>
          <a:p>
            <a:r>
              <a:t> backend 폴더 동기화 및 프론트엔드 로컬 변경사항 반영</a:t>
            </a:r>
          </a:p>
          <a:p>
            <a:r>
              <a:t>SHA: 047870a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테스트 코드파일 경로 변경 + html, css, js 파일 분리</a:t>
            </a:r>
          </a:p>
          <a:p>
            <a:r>
              <a:t>SHA: ab9fb71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pref: 중복 아이디 예외처리 추가</a:t>
            </a:r>
          </a:p>
          <a:p>
            <a:r>
              <a:t>+ 에러메시지 로직 구현</a:t>
            </a:r>
          </a:p>
          <a:p>
            <a:r>
              <a:t>- 409: 이미사용중인 아이디</a:t>
            </a:r>
          </a:p>
          <a:p>
            <a:r>
              <a:t>- 401: 아이디 또는 비밀번호가 올바르지</a:t>
            </a:r>
          </a:p>
          <a:p>
            <a:r>
              <a:t>- 403: 접근 권한 x</a:t>
            </a:r>
          </a:p>
          <a:p>
            <a:r>
              <a:t>- 404: 존재하지 않는 계정</a:t>
            </a:r>
          </a:p>
          <a:p>
            <a:r>
              <a:t>- 400: 입력정보 다시 확인</a:t>
            </a:r>
          </a:p>
          <a:p>
            <a:r>
              <a:t>- 500: 서버오류</a:t>
            </a:r>
          </a:p>
          <a:p>
            <a:r>
              <a:t>SHA: fb1f5dd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test-api.http api 테스트 추가</a:t>
            </a:r>
          </a:p>
          <a:p>
            <a:r>
              <a:t>- 이상 상태 보고 테스트</a:t>
            </a:r>
          </a:p>
          <a:p>
            <a:r>
              <a:t>- 다양한 이상 상태 테스트</a:t>
            </a:r>
          </a:p>
          <a:p>
            <a:r>
              <a:t>- 정상 상태 보고 테스트</a:t>
            </a:r>
          </a:p>
          <a:p>
            <a:r>
              <a:t>SHA: 9b04774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pipline fix</a:t>
            </a:r>
          </a:p>
          <a:p>
            <a:r>
              <a:t>SHA: 7e3f25d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remote-tracking branch 'origin/frontend' into backend</a:t>
            </a:r>
          </a:p>
          <a:p>
            <a:r>
              <a:t>SHA: 31c3e9e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gitignore</a:t>
            </a:r>
          </a:p>
          <a:p>
            <a:r>
              <a:t>SHA: d97fecd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import worksight-api from backend branch</a:t>
            </a:r>
          </a:p>
          <a:p>
            <a:r>
              <a:t>SHA: 39b1196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eca21fa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백엔드 폴더 내 gitignore 업로드</a:t>
            </a:r>
          </a:p>
          <a:p>
            <a:r>
              <a:t>SHA: 2e9b813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gitattributes 업로드</a:t>
            </a:r>
          </a:p>
          <a:p>
            <a:r>
              <a:t>SHA: 1aece09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application.yaml</a:t>
            </a:r>
          </a:p>
          <a:p>
            <a:r>
              <a:t>h2, jpa 하이버네이트 로그 설정 및 환경변수 관리</a:t>
            </a:r>
          </a:p>
          <a:p>
            <a:r>
              <a:t>SHA: a1ebbac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988d4f2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SecurityConfig.java</a:t>
            </a:r>
          </a:p>
          <a:p>
            <a:r>
              <a:t>스프링 시큐리티 필터 체인설정</a:t>
            </a:r>
          </a:p>
          <a:p>
            <a:r>
              <a:t>CSRF 비활성화, CORS허용, H2 콘솔 접근 및 API 경로별 권한 정의</a:t>
            </a:r>
          </a:p>
          <a:p>
            <a:r>
              <a:t>SHA: 99108a8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WebSocketConfig.java</a:t>
            </a:r>
          </a:p>
          <a:p>
            <a:r>
              <a:t>실시간 모니터링을 위한 웹소켓 엔드포인트 (ws-monitoring) 및 메시지 설정</a:t>
            </a:r>
          </a:p>
          <a:p>
            <a:r>
              <a:t>SHA: c58c353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64801f8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Member.java: 회원 정보(id, pw, role, 잔액)를 담은 jpa 엔티티 정의</a:t>
            </a:r>
          </a:p>
          <a:p>
            <a:r>
              <a:t>SHA: cc3bcf8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test2</a:t>
            </a:r>
          </a:p>
          <a:p>
            <a:r>
              <a:t>SHA: 9d0bcd5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c7dc9db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gitignore</a:t>
            </a:r>
          </a:p>
          <a:p>
            <a:r>
              <a:t>SHA: 32c467a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chore: 백엔드 폴더 동기화 및 Git 설정 최적화 (node_modules, .vite 제외)</a:t>
            </a:r>
          </a:p>
          <a:p>
            <a:r>
              <a:t>SHA: c6a3532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ai-team-standards.md</a:t>
            </a:r>
          </a:p>
          <a:p>
            <a:r>
              <a:t>SHA: 5d1cefe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Restore test.txt</a:t>
            </a:r>
          </a:p>
          <a:p>
            <a:r>
              <a:t>SHA: e4112db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Merge remote-tracking branch 'origin/Jongwoo0101' into Jongwoo0101</a:t>
            </a:r>
          </a:p>
          <a:p>
            <a:r>
              <a:t>SHA: 2aeb3fd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skills세팅 확인필요</a:t>
            </a:r>
          </a:p>
          <a:p>
            <a:r>
              <a:t>SHA: 3f7a79f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927d5b1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plan.txt</a:t>
            </a:r>
          </a:p>
          <a:p>
            <a:r>
              <a:t>SHA: c6ab9fa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잘못올라간 이미지 삭제</a:t>
            </a:r>
          </a:p>
          <a:p>
            <a:r>
              <a:t>SHA: 2167919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 commit</a:t>
            </a:r>
          </a:p>
          <a:p>
            <a:r>
              <a:t>SHA: 180a8d5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api 명세서 작성</a:t>
            </a:r>
          </a:p>
          <a:p>
            <a:r>
              <a:t>SHA: cbedf74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WorksightApiApplication.java</a:t>
            </a:r>
          </a:p>
          <a:p>
            <a:r>
              <a:t>메인 실행 클래스</a:t>
            </a:r>
          </a:p>
          <a:p>
            <a:r>
              <a:t>SHA: 1a6f6ac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MonitoringService.java: 업무 상태 기록 및 분석 로직.</a:t>
            </a:r>
          </a:p>
          <a:p>
            <a:r>
              <a:t>SHA: 87b6241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dir test</a:t>
            </a:r>
          </a:p>
          <a:p>
            <a:r>
              <a:t>SHA: 1f9e427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MemberDto.java: API 통신에 사용되는 회원 데이터 전송 객체.</a:t>
            </a:r>
          </a:p>
          <a:p>
            <a:r>
              <a:t>SHA: d93f580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style: 레이아웃 텍스트 겹침 수정 및 불필요한 에셋 정리</a:t>
            </a:r>
          </a:p>
          <a:p>
            <a:r>
              <a:t>SHA: 4ae07b7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test.html: 회원가입, 로그인 api 테스트</a:t>
            </a:r>
          </a:p>
          <a:p>
            <a:r>
              <a:t>SHA: 658a53f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test-api.http: 회원가입, 로그인 더미데이터로 테스트하기</a:t>
            </a:r>
          </a:p>
          <a:p>
            <a:r>
              <a:t>SHA: 496a9f0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폴더명 재정의</a:t>
            </a:r>
          </a:p>
          <a:p>
            <a:r>
              <a:t>SHA: 7b05593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뼈대 구축 완료 (Home, Login, EmployeeView, Dashboard) 및 Mock 데이터 연결</a:t>
            </a:r>
          </a:p>
          <a:p>
            <a:r>
              <a:t>SHA: 1d45732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작업 현황 리포트 추가 (코드 제외)</a:t>
            </a:r>
          </a:p>
          <a:p>
            <a:r>
              <a:t>SHA: 7d3faf0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백엔드 API 연동 및 웹소켓 실시간 알림 기능 구현</a:t>
            </a:r>
          </a:p>
          <a:p>
            <a:r>
              <a:t>SHA: ca7d14d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Vite 웹소켓 호환성 해결 및 DashboardStats 타입 에러 수정</a:t>
            </a:r>
          </a:p>
          <a:p>
            <a:r>
              <a:t>SHA: dd57ad5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실제 백엔드 인증 시스템 연동 및 API 프록시 설정 추가</a:t>
            </a:r>
          </a:p>
          <a:p>
            <a:r>
              <a:t>SHA: c200bba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Role.java: 사용자 권한을 정의한 Enum (EMPLOYEE, MANAGER).</a:t>
            </a:r>
          </a:p>
          <a:p>
            <a:r>
              <a:t>SHA: 3b64822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프론트앤드개발계획서 및, 개발방향계획수정</a:t>
            </a:r>
          </a:p>
          <a:p>
            <a:r>
              <a:t>SHA: ef101d2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h2 콘솔 대소문자 관련 설정 해제</a:t>
            </a:r>
          </a:p>
          <a:p>
            <a:r>
              <a:t>SHA: 7ae3f6c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WorkEventRepository.java: 업무 이벤트 데이터 접근을 위한 인터페이스.</a:t>
            </a:r>
          </a:p>
          <a:p>
            <a:r>
              <a:t>SHA: d0ea172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초기 아키텍처 설계 및 개발 환경 구축</a:t>
            </a:r>
          </a:p>
          <a:p>
            <a:r>
              <a:t>- React + Vite + TypeScript 기반 프로젝트 초기화</a:t>
            </a:r>
          </a:p>
          <a:p>
            <a:r>
              <a:t>- 주요 라이브러리 설치 (TailwindCSS, Zustand, React Router)</a:t>
            </a:r>
          </a:p>
          <a:p>
            <a:r>
              <a:t>- 페이지별 빈 파일 및 폴더 구조(pages, components, store, lib) 생성</a:t>
            </a:r>
          </a:p>
          <a:p>
            <a:r>
              <a:t>- 프론트엔드 개발 가이드라인(frontend_PipLine.md) 작성</a:t>
            </a:r>
          </a:p>
          <a:p>
            <a:r>
              <a:t>SHA: 2aa9134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backend 내 test.txt 삭제</a:t>
            </a:r>
          </a:p>
          <a:p>
            <a:r>
              <a:t>SHA: e038a87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MonitoringController.java: 실시간 업무 상태 전송 및 기록을 위한 컨트롤러.</a:t>
            </a:r>
          </a:p>
          <a:p>
            <a:r>
              <a:t>SHA: 8f71819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MonitoringDto.java: 모니터링 데이터 전송을 위한 DTO.</a:t>
            </a:r>
          </a:p>
          <a:p>
            <a:r>
              <a:t>SHA: 007cec6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EventType.java: 이벤트 종류를 정의한 Enum (NORMAL, AWAY, SLEEP 등).</a:t>
            </a:r>
          </a:p>
          <a:p>
            <a:r>
              <a:t>SHA: b5fe1a1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WorkEvent.java: 업무 중 발생하는 이벤트(상태 변경 등)를 기록하는 JPA 엔티티.</a:t>
            </a:r>
          </a:p>
          <a:p>
            <a:r>
              <a:t>SHA: 6fff1f2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MemberController.java: 회원 관련 REST API 엔드포인트 구현.</a:t>
            </a:r>
          </a:p>
          <a:p>
            <a:r>
              <a:t>SHA: 6ae8113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MembersService.java: 회원 가입, 조회 등 핵심 비즈니스 로직 구현.</a:t>
            </a:r>
          </a:p>
          <a:p>
            <a:r>
              <a:t>SHA: a67c5e2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backend basic logic</a:t>
            </a:r>
          </a:p>
          <a:p>
            <a:r>
              <a:t>SHA: d347752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MemberRepository.java: DB 접근을 위한 Spring Data JPA 인터페이스.</a:t>
            </a:r>
          </a:p>
          <a:p>
            <a:r>
              <a:t>SHA: cbaefd2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 commit</a:t>
            </a:r>
          </a:p>
          <a:p>
            <a:r>
              <a:t>SHA: 7b23978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