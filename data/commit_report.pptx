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dldnwls07: 55 commits</a:t>
            </a:r>
          </a:p>
          <a:p>
            <a:r>
              <a:t>원종우: 98 commits</a:t>
            </a:r>
          </a:p>
          <a:p>
            <a:r>
              <a:t>070128o: 16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- add audit specification for hardcoding structure mitigation</a:t>
            </a:r>
          </a:p>
          <a:p/>
          <a:p>
            <a:r>
              <a:t>2026-05-21</a:t>
            </a:r>
          </a:p>
          <a:p>
            <a:r>
              <a:t>- simplify joinRoom signature and optimize media stream management in video calls</a:t>
            </a:r>
          </a:p>
          <a:p/>
          <a:p>
            <a:r>
              <a:t>2026-05-20</a:t>
            </a:r>
          </a:p>
          <a:p>
            <a:r>
              <a:t>- chore: status-api-test.http 내에 오타 수정</a:t>
            </a:r>
          </a:p>
          <a:p/>
          <a:p>
            <a:r>
              <a:t>2026-05-15</a:t>
            </a:r>
          </a:p>
          <a:p>
            <a:r>
              <a:t>- plan.txt 수정</a:t>
            </a:r>
          </a:p>
          <a:p>
            <a:r>
              <a:t>기획완료</a:t>
            </a:r>
          </a:p>
          <a:p/>
          <a:p>
            <a:r>
              <a:t>2026-05-14</a:t>
            </a:r>
          </a:p>
          <a:p>
            <a:r>
              <a:t>-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/>
          <a:p>
            <a:r>
              <a:t>2026-05-13</a:t>
            </a:r>
          </a:p>
          <a:p>
            <a:r>
              <a:t>- 팀 스토리지 유틸리티 구현, 모니터링 서비스 유닛 테스트 추가, AI 모델 환경 문제 해결</a:t>
            </a:r>
          </a:p>
          <a:p/>
          <a:p>
            <a:r>
              <a:t>2026-05-12</a:t>
            </a:r>
          </a:p>
          <a:p>
            <a:r>
              <a:t>-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/>
          <a:p>
            <a:r>
              <a:t>2026-05-10</a:t>
            </a:r>
          </a:p>
          <a:p>
            <a:r>
              <a:t>- 백엔드 보안 설정 수정 및 프론트엔드 실시간 DB 연동 고도화</a:t>
            </a:r>
          </a:p>
          <a:p/>
          <a:p>
            <a:r>
              <a:t>2026-05-08</a:t>
            </a:r>
          </a:p>
          <a:p>
            <a:r>
              <a:t>-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/>
          <a:p>
            <a:r>
              <a:t>2026-05-07</a:t>
            </a:r>
          </a:p>
          <a:p>
            <a:r>
              <a:t>-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2026-05-22</a:t>
            </a:r>
          </a:p>
          <a:p>
            <a:r>
              <a:t>원종우</a:t>
            </a:r>
          </a:p>
          <a:p>
            <a:r>
              <a:t>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2026-05-21</a:t>
            </a:r>
          </a:p>
          <a:p>
            <a:r>
              <a:t>dldnwls07</a:t>
            </a:r>
          </a:p>
          <a:p>
            <a:r>
              <a:t>simplify joinRoom signature and optimize media stream management in video calls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2026-05-21</a:t>
            </a:r>
          </a:p>
          <a:p>
            <a:r>
              <a:t>dldnwls07</a:t>
            </a:r>
          </a:p>
          <a:p>
            <a:r>
              <a:t>centralize status UI settings and update dashboard WebSocket event handling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2026-05-20</a:t>
            </a:r>
          </a:p>
          <a:p>
            <a:r>
              <a:t>원종우</a:t>
            </a:r>
          </a:p>
          <a:p>
            <a:r>
              <a:t>status-api-test.http 경로 변경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2026-05-20</a:t>
            </a:r>
          </a:p>
          <a:p>
            <a:r>
              <a:t>원종우</a:t>
            </a:r>
          </a:p>
          <a:p>
            <a:r>
              <a:t>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2026-05-20</a:t>
            </a:r>
          </a:p>
          <a:p>
            <a:r>
              <a:t>원종우</a:t>
            </a:r>
          </a:p>
          <a:p>
            <a:r>
              <a:t>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2026-05-20</a:t>
            </a:r>
          </a:p>
          <a:p>
            <a:r>
              <a:t>원종우</a:t>
            </a:r>
          </a:p>
          <a:p>
            <a:r>
              <a:t>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2026-05-20</a:t>
            </a:r>
          </a:p>
          <a:p>
            <a:r>
              <a:t>원종우</a:t>
            </a:r>
          </a:p>
          <a:p>
            <a:r>
              <a:t>Role.java 경로를 enums 패키지로 이동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