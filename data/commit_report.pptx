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원종우: 5 commits</a:t>
            </a:r>
          </a:p>
          <a:p>
            <a:r>
              <a:t>070128o: 2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2026-05-28</a:t>
            </a:r>
          </a:p>
          <a:p>
            <a:r>
              <a:t>- chore: 주석에서 불필요한 공백제거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chore: 주석에서 불필요한 공백제거</a:t>
            </a:r>
          </a:p>
          <a:p>
            <a:r>
              <a:t>SHA: 587296c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비즈니스 로직(Service) 및 API 컨트롤러 구현</a:t>
            </a:r>
          </a:p>
          <a:p/>
          <a:p>
            <a:r>
              <a:t>- ChatService: 채팅방 입장/목록 조회, 메시지 전송, 미읽음 일괄 처리 로직 구현</a:t>
            </a:r>
          </a:p>
          <a:p>
            <a:r>
              <a:t>- 수신자 상태(MEETING/AWAY)에 따른 일반/긴급 알림 발송 분기 및 배너 조회 API 구현</a:t>
            </a:r>
          </a:p>
          <a:p>
            <a:r>
              <a:t>- 데이터 정합성을 위해 TransactionSynchronization(afterCommit)을 활용한 웹소켓 실시간 푸시 연동</a:t>
            </a:r>
          </a:p>
          <a:p>
            <a:r>
              <a:t>- ChatController: 채팅 관련 REST API 엔드포인트 매핑</a:t>
            </a:r>
          </a:p>
          <a:p>
            <a:r>
              <a:t>SHA: 3752000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관련 Repository 및 WebSocket 이벤트 상수 추가</a:t>
            </a:r>
          </a:p>
          <a:p/>
          <a:p>
            <a:r>
              <a:t>- ChatRoomRepository: 멤버 ID 기반 채팅방 조회 및 단건 조회 쿼리 추가</a:t>
            </a:r>
          </a:p>
          <a:p>
            <a:r>
              <a:t>- ChatMessageRepository: 최신 메시지 페이징 조회, 미읽음 카운트 및 일괄 읽음 처리(@Modifying) 쿼리 구현</a:t>
            </a:r>
          </a:p>
          <a:p>
            <a:r>
              <a:t>- WsEnvelope: 실시간 채팅 수신 및 읽음 처리를 위한 웹소켓 이벤트 상수(CHAT_MESSAGE_RECEIVED, CHAT_URGENT_RECEIVED, CHAT_READ) 정의</a:t>
            </a:r>
          </a:p>
          <a:p>
            <a:r>
              <a:t>SHA: f779f37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도메인 엔티티 및 관련 Enum 정의</a:t>
            </a:r>
          </a:p>
          <a:p/>
          <a:p>
            <a:r>
              <a:t>- 1:1 채팅방 엔티티(ChatRoom) 및 unique 제약 조건을 활용한 중복 생성 방지 로직 추가</a:t>
            </a:r>
          </a:p>
          <a:p>
            <a:r>
              <a:t>- 채팅 메시지 엔티티(ChatMessage) 정의 및 인덱스 추가</a:t>
            </a:r>
          </a:p>
          <a:p>
            <a:r>
              <a:t>- 일반(NORMAL) 및 긴급(URGENT) 메시지 구분을 위한 ChatMessageType Enum 추가</a:t>
            </a:r>
          </a:p>
          <a:p>
            <a:r>
              <a:t>SHA: e78e425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0b2aaba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fighting!!</a:t>
            </a:r>
          </a:p>
          <a:p>
            <a:r>
              <a:t>SHA: 7ca94ea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b496f98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'feature/scoped-storage-fix' into jongwoo0101</a:t>
            </a:r>
          </a:p>
          <a:p>
            <a:r>
              <a:t>SHA: 64a16cb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c134d11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fix(team): allow employees to fetch team members for video call invites</a:t>
            </a:r>
          </a:p>
          <a:p>
            <a:r>
              <a:t>SHA: b2adca3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resolve blank screen issue after joining team by fixing reference error in useMeetingRoomController</a:t>
            </a:r>
          </a:p>
          <a:p>
            <a:r>
              <a:t>SHA: 05297f8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team-based websocket subscription and manager role support in meeting room controller</a:t>
            </a:r>
          </a:p>
          <a:p>
            <a:r>
              <a:t>SHA: 7696896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remove unused vi import in videoCallStore.test.ts</a:t>
            </a:r>
          </a:p>
          <a:p>
            <a:r>
              <a:t>SHA: 24052ad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fix(meeting-room): allow JOIN_REQUESTED ws event &amp; optimistically update UI on invite</a:t>
            </a:r>
          </a:p>
          <a:p>
            <a:r>
              <a:t>SHA: 05c060f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fix(meeting): add UI overlay for invitations and fix join request event filter</a:t>
            </a:r>
          </a:p>
          <a:p>
            <a:r>
              <a:t>SHA: 5772126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chore: add gstack skill routing rules to CLAUDE.md</a:t>
            </a:r>
          </a:p>
          <a:p>
            <a:r>
              <a:t>SHA: 66bf0e3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e2690ea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use selector for syncMemberContext to fix ts errors and resolve lint warnings</a:t>
            </a:r>
          </a:p>
          <a:p>
            <a:r>
              <a:t>SHA: 7df2daa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narrow user.id null check in EmployeeViewContent</a:t>
            </a:r>
          </a:p>
          <a:p>
            <a:r>
              <a:t>SHA: fbe8f26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Zustand persist 다중 사용자 로컬스토리지 격리 및 회의실 도메인 리팩토링</a:t>
            </a:r>
          </a:p>
          <a:p/>
          <a:p>
            <a:r>
              <a:t>- userScopedStorage.ts: 사용자별 동적 키({baseKey}:{userId}) 스토리지 어댑터 구현</a:t>
            </a:r>
          </a:p>
          <a:p>
            <a:r>
              <a:t>- commuteStore, standupStore, videoCallStore: persist에 userScopedStorage 적용</a:t>
            </a:r>
          </a:p>
          <a:p>
            <a:r>
              <a:t>- 각 스토어 storage 이벤트 리스너에 scoped key 필터링 가드 추가</a:t>
            </a:r>
          </a:p>
          <a:p>
            <a:r>
              <a:t>- authStore logout: 현재 사용자의 scoped localStorage 데이터 정리 + TEAM_OWNER 키 클린업</a:t>
            </a:r>
          </a:p>
          <a:p>
            <a:r>
              <a:t>- userScopedStorage getItem: 레거시 키 → scoped 키 1회 자동 마이그레이션</a:t>
            </a:r>
          </a:p>
          <a:p>
            <a:r>
              <a:t>- 회의실 UI를 MeetingRoomPanel/MeetingRoomModalHost로 분리 (codex5.5 패치 포함)</a:t>
            </a:r>
          </a:p>
          <a:p>
            <a:r>
              <a:t>- teamStorage: 사용자별 팀 캐시 격리 (codex5.5 패치 포함)</a:t>
            </a:r>
          </a:p>
          <a:p>
            <a:r>
              <a:t>- ownerMemberId 가드를 standup/videoCall/commute 스토어에 적용 (codex5.5 패치 포함)</a:t>
            </a:r>
          </a:p>
          <a:p/>
          <a:p>
            <a:r>
              <a:t>검증: npx tsc --noEmit + npm run build 통과</a:t>
            </a:r>
          </a:p>
          <a:p>
            <a:r>
              <a:t>SHA: 11df629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commit (feat.BIGBANG)</a:t>
            </a:r>
          </a:p>
          <a:p>
            <a:r>
              <a:t>SHA: b8c98b4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 hurry up</a:t>
            </a:r>
          </a:p>
          <a:p>
            <a:r>
              <a:t>SHA: 734943d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</a:t>
            </a:r>
          </a:p>
          <a:p>
            <a:r>
              <a:t>SHA: 65fcc69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2231f0b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update TeamController to handle empty search results correctly</a:t>
            </a:r>
          </a:p>
          <a:p>
            <a:r>
              <a:t>SHA: 4bfb8a3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dance(feat.배경훈교수님)</a:t>
            </a:r>
          </a:p>
          <a:p>
            <a:r>
              <a:t>SHA: 215374f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idle-based status auto-transition and simplify AI state classifier logic</a:t>
            </a:r>
          </a:p>
          <a:p>
            <a:r>
              <a:t>SHA: e85e25f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</a:t>
            </a:r>
          </a:p>
          <a:p>
            <a:r>
              <a:t>SHA: 67f2b12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 22</a:t>
            </a:r>
          </a:p>
          <a:p>
            <a:r>
              <a:t>SHA: 5f60a31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Merge pull request #6 from Jongwoo0101/feature/frontend-refactor-and-bugfix</a:t>
            </a:r>
          </a:p>
          <a:p/>
          <a:p>
            <a:r>
              <a:t> resolve frontend spec issues and fix shared state bug</a:t>
            </a:r>
          </a:p>
          <a:p>
            <a:r>
              <a:t>SHA: 223e97a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화상회의 방 재입장 시 호스트/참가자 상태 동기화 및 모달 미표시 버그 수정</a:t>
            </a:r>
          </a:p>
          <a:p>
            <a:r>
              <a:t>SHA: 9cc00cd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SecurityConfig.java @Value 제거</a:t>
            </a:r>
          </a:p>
          <a:p>
            <a:r>
              <a:t>localhost:5173 하드코딩 유지. 대신 새 API 경로들(/api/meetings/**, /api/notifications/**, /api/standup/**) 추가된 것만 반영</a:t>
            </a:r>
          </a:p>
          <a:p>
            <a:r>
              <a:t>SHA: 2733dd7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include participantId in meeting notifications and refactor team store selectors for improved reactivity</a:t>
            </a:r>
          </a:p>
          <a:p>
            <a:r>
              <a:t>SHA: ffd89bd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recover commute state drift when backend worklog is reset</a:t>
            </a:r>
          </a:p>
          <a:p>
            <a:r>
              <a:t>SHA: 2771b01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  <a:p>
            <a:r>
              <a:t>SHA: 10b1c19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  <a:p>
            <a:r>
              <a:t>SHA: 2b80052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  <a:p>
            <a:r>
              <a:t>SHA: 2d0efae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  <a:p>
            <a:r>
              <a:t>SHA: 766cfc6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add audit specification for hardcoding structure mitigation</a:t>
            </a:r>
          </a:p>
          <a:p>
            <a:r>
              <a:t>SHA: 46d4465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chore: enable strict mode in frontend TypeScript configuration</a:t>
            </a:r>
          </a:p>
          <a:p>
            <a:r>
              <a:t>SHA: 7206c4f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centralize status UI settings and update dashboard WebSocket event handling</a:t>
            </a:r>
          </a:p>
          <a:p>
            <a:r>
              <a:t>SHA: 0814df8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simplify joinRoom signature and optimize media stream management in video calls</a:t>
            </a:r>
          </a:p>
          <a:p>
            <a:r>
              <a:t>SHA: 4ca0b48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plan.txt 파일 수정</a:t>
            </a:r>
          </a:p>
          <a:p>
            <a:r>
              <a:t>SHA: c421ea3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2dcfa89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2f71617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test 코드 수정</a:t>
            </a:r>
          </a:p>
          <a:p>
            <a:r>
              <a:t>SHA: 1a35a0a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테스트 코드 수정</a:t>
            </a:r>
          </a:p>
          <a:p>
            <a:r>
              <a:t>SHA: be0679d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상태 관리 API 구현 (StatusController, StatusService)</a:t>
            </a:r>
          </a:p>
          <a:p/>
          <a:p>
            <a:r>
              <a:t>- PUT /api/status/ai: AI 판별 상태 업데이트 (WORKING/MEETING/BREAK)</a:t>
            </a:r>
          </a:p>
          <a:p>
            <a:r>
              <a:t>- PUT /api/status/manual: 사용자 수동 FOCUS 설정</a:t>
            </a:r>
          </a:p>
          <a:p>
            <a:r>
              <a:t>- GET /api/status/team/{managerId}: 팀 전체 상태 조회</a:t>
            </a:r>
          </a:p>
          <a:p>
            <a:r>
              <a:t>- 상태 변경 시 WebSocket 브로드캐스트 포함</a:t>
            </a:r>
          </a:p>
          <a:p>
            <a:r>
              <a:t>SHA: 077973c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명세서 수정</a:t>
            </a:r>
          </a:p>
          <a:p>
            <a:r>
              <a:t>SHA: 209a4f5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commit test</a:t>
            </a:r>
          </a:p>
          <a:p>
            <a:r>
              <a:t>SHA: 3c73f17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찐찐찐막입니다..</a:t>
            </a:r>
          </a:p>
          <a:p>
            <a:r>
              <a:t>SHA: 10379e7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bd3f72e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 branch 'frontend' into Jongwoo0101</a:t>
            </a:r>
          </a:p>
          <a:p>
            <a:r>
              <a:t>SHA: deb9562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WorksightApiApplicationTests.java 삭제</a:t>
            </a:r>
          </a:p>
          <a:p>
            <a:r>
              <a:t>SHA: 2464818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찐찐막?</a:t>
            </a:r>
          </a:p>
          <a:p>
            <a:r>
              <a:t>SHA: 1f86775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진짜레전드완벽이다이거</a:t>
            </a:r>
          </a:p>
          <a:p>
            <a:r>
              <a:t>SHA: dbff053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다듬기 호호</a:t>
            </a:r>
          </a:p>
          <a:p>
            <a:r>
              <a:t>SHA: 3f20abd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Member.java 가상머니 삭제</a:t>
            </a:r>
          </a:p>
          <a:p>
            <a:r>
              <a:t>SHA: 1d013c9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feat(frontend): fix commute check-in bug, enable strict mode, and add stores</a:t>
            </a:r>
          </a:p>
          <a:p>
            <a:r>
              <a:t>SHA: 185c1f1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v2.0 API 연동 및 Option B Fallback 탑재 완료</a:t>
            </a:r>
          </a:p>
          <a:p>
            <a:r>
              <a:t>SHA: 2fad780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822e9ed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69eba90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신규 엔드포인트 반영</a:t>
            </a:r>
          </a:p>
          <a:p>
            <a:r>
              <a:t>WebSocketConfig.java</a:t>
            </a:r>
          </a:p>
          <a:p>
            <a:r>
              <a:t>SHA: 37c1f34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MemberStatusDto.java 주석 수정</a:t>
            </a:r>
          </a:p>
          <a:p>
            <a:r>
              <a:t>SHA: fc82f2f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initialize project dependencies and add smart-away system plan documentation</a:t>
            </a:r>
          </a:p>
          <a:p>
            <a:r>
              <a:t>SHA: fae9c84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align AI model and frontend with backend StatusType (WORKING/MEETING/BREAK) and remove SMARTPHONE/SLEEP</a:t>
            </a:r>
          </a:p>
          <a:p>
            <a:r>
              <a:t>SHA: 36133d1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it will mabye...last..commit??</a:t>
            </a:r>
          </a:p>
          <a:p>
            <a:r>
              <a:t>SHA: 256c63b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Role.java 경로를 enums 패키지로 이동</a:t>
            </a:r>
          </a:p>
          <a:p>
            <a:r>
              <a:t>SHA: 7f2e18c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package-lock.json 수정</a:t>
            </a:r>
          </a:p>
          <a:p>
            <a:r>
              <a:t>SHA: 4e67038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8c72b97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status-api-test.http 경로 변경</a:t>
            </a:r>
          </a:p>
          <a:p>
            <a:r>
              <a:t>SHA: 3180609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미팅룸 생성, 초대/참가 요청 및 실시간 이벤트 연동 기능 구현</a:t>
            </a:r>
          </a:p>
          <a:p/>
          <a:p>
            <a:r>
              <a:t>- MeetingRoom 및 MeetingParticipant 엔티티 설계 (초대 및 참여 요청 일원화 관리)</a:t>
            </a:r>
          </a:p>
          <a:p>
            <a:r>
              <a:t>- 미팅룸 생성 및 참여(수락) 시 해당 회원의 상태를 MEETING으로 자동 변경하는 로직 구현</a:t>
            </a:r>
          </a:p>
          <a:p>
            <a:r>
              <a:t>- 미팅룸 종료 및 퇴장 시 회원의 상태를 WORKING으로 복귀 처리</a:t>
            </a:r>
          </a:p>
          <a:p>
            <a:r>
              <a:t>- 중복 참여 요청 방지 및 주최자 권한 검증 등 도메인 유효성 로직 추가</a:t>
            </a:r>
          </a:p>
          <a:p>
            <a:r>
              <a:t>- 팀 전체 브로드캐스트 및 개인별 WebSocket 실시간 알림 기능 적용</a:t>
            </a:r>
          </a:p>
          <a:p>
            <a:r>
              <a:t>- 미팅룸 생성/상세조회/참가/초대/종료/퇴장 관련 REST API 구현</a:t>
            </a:r>
          </a:p>
          <a:p>
            <a:r>
              <a:t>SHA: 65b3319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StatusType.java 주석 수정</a:t>
            </a:r>
          </a:p>
          <a:p>
            <a:r>
              <a:t>SHA: eeea85e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StatusService.java 주석 수정</a:t>
            </a:r>
          </a:p>
          <a:p>
            <a:r>
              <a:t>SHA: 09192c4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TODO.md 갱신 (Jongwoo0101 브랜치 병합 내역 추가)</a:t>
            </a:r>
          </a:p>
          <a:p>
            <a:r>
              <a:t>SHA: e98baf7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origin/Jongwoo0101 브랜치의 test.css, test.html, test.js 파일 복원</a:t>
            </a:r>
          </a:p>
          <a:p>
            <a:r>
              <a:t>SHA: ec2f075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&lt;기획&gt;commit im sorry</a:t>
            </a:r>
          </a:p>
          <a:p>
            <a:r>
              <a:t>SHA: f2cba2c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데일리 스탠드업(목표/결과 작성) 기능 구현 및 실시간 연동</a:t>
            </a:r>
          </a:p>
          <a:p/>
          <a:p>
            <a:r>
              <a:t>- DailyStandup 엔티티 설계 (member_id + standupDate 유니크 제약 적용)</a:t>
            </a:r>
          </a:p>
          <a:p>
            <a:r>
              <a:t>- 하루 시작 시 '오늘의 목표(Goal)' 생성 및 재호출 시 수정 기능 구현</a:t>
            </a:r>
          </a:p>
          <a:p>
            <a:r>
              <a:t>- 하루 종료 시 '오늘의 결과(Result)' 작성 기능 구현 및 목표 선작성 유효성 체크 추가</a:t>
            </a:r>
          </a:p>
          <a:p>
            <a:r>
              <a:t>- 내 오늘 스탠드업 조회 및 팀 전체 특정 날짜 스탠드업 조회 API 구현</a:t>
            </a:r>
          </a:p>
          <a:p>
            <a:r>
              <a:t>- TransactionSynchronization을 활용한 목표/결과 업데이트 시 팀별 웹소켓 실시간 브로드캐스트 적용</a:t>
            </a:r>
          </a:p>
          <a:p>
            <a:r>
              <a:t>- 기능 검증용 HTTP API 테스트 스크립트(.http) 작성</a:t>
            </a:r>
          </a:p>
          <a:p>
            <a:r>
              <a:t>SHA: e35c560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status-api-test.http 내에 오타 수정</a:t>
            </a:r>
          </a:p>
          <a:p>
            <a:r>
              <a:t>SHA: 426131e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b571a15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알림(Notification) 기능 구현 및 실시간 웹소켓 푸시 추가</a:t>
            </a:r>
          </a:p>
          <a:p/>
          <a:p>
            <a:r>
              <a:t>- 일반 알림(GENERAL) 및 중요 알림(IMPORTANT) 도메인 설계</a:t>
            </a:r>
          </a:p>
          <a:p>
            <a:r>
              <a:t>- 중요 알림은 수신자가 WORKING/MEETING 상태일 때만 발송 가능하도록 유효성 검증 추가</a:t>
            </a:r>
          </a:p>
          <a:p>
            <a:r>
              <a:t>- 트랜잭션 커밋 후 SimpMessagingTemplate을 활용한 WebSocket 실시간 푸시 발송</a:t>
            </a:r>
          </a:p>
          <a:p>
            <a:r>
              <a:t>- 알림 전체/단건 조회, 읽지 않은 알림 수(Badge용) 및 읽음 처리 API 구현</a:t>
            </a:r>
          </a:p>
          <a:p>
            <a:r>
              <a:t>- API 검증을 위한 HTTP 테스트 스크립트(.http) 작성</a:t>
            </a:r>
          </a:p>
          <a:p>
            <a:r>
              <a:t>SHA: d386bf7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&lt;기획&gt;보완</a:t>
            </a:r>
          </a:p>
          <a:p>
            <a:r>
              <a:t>SHA: 31323a2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merge: origin/Jongwoo0101 브랜치의 신규 백엔드 상태 관리 API 연동 반영</a:t>
            </a:r>
          </a:p>
          <a:p>
            <a:r>
              <a:t>SHA: f9834bd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참조 끊어진 MonitoringServiceTest.java 삭제 및 테스트 빌드 정상화</a:t>
            </a:r>
          </a:p>
          <a:p>
            <a:r>
              <a:t>SHA: e5978d3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2026-05-15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기획완료</a:t>
            </a:r>
          </a:p>
          <a:p>
            <a:r>
              <a:t>SHA: 46c1fd8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SHA: 39a1def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>
            <a:r>
              <a:t>SHA: fc6a569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301de3d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resolve useEffect dependency cycle in EmployeeView</a:t>
            </a:r>
          </a:p>
          <a:p>
            <a:r>
              <a:t>SHA: 0a5ad10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계획서 수정</a:t>
            </a:r>
          </a:p>
          <a:p>
            <a:r>
              <a:t>SHA: 8e50acb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integrate AI monitoring with WebSocket</a:t>
            </a:r>
          </a:p>
          <a:p>
            <a:r>
              <a:t>SHA: 255a879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오타수정, api명세서 재정의</a:t>
            </a:r>
          </a:p>
          <a:p>
            <a:r>
              <a:t>SHA: f013b7e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</a:t>
            </a:r>
          </a:p>
          <a:p>
            <a:r>
              <a:t>SHA: 6560364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팀 스토리지 유틸리티 구현, 모니터링 서비스 유닛 테스트 추가, AI 모델 환경 문제 해결</a:t>
            </a:r>
          </a:p>
          <a:p>
            <a:r>
              <a:t>SHA: 7fd2ee8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&lt;수정중&gt;수정중</a:t>
            </a:r>
          </a:p>
          <a:p>
            <a:r>
              <a:t>SHA: b9eacf6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add token to authStore to fix EmployeeView hook</a:t>
            </a:r>
          </a:p>
          <a:p>
            <a:r>
              <a:t>SHA: d08cc5c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use type-only import in useMonitorWS</a:t>
            </a:r>
          </a:p>
          <a:p>
            <a:r>
              <a:t>SHA: 06db34f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fix(ai_model): lock mediapipe version and create server</a:t>
            </a:r>
          </a:p>
          <a:p>
            <a:r>
              <a:t>SHA: bcab1ef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branch-test</a:t>
            </a:r>
          </a:p>
          <a:p>
            <a:r>
              <a:t>SHA: 93899c6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refactor(frontend): clean up useMonitorWS hook and remove redundant stop logic</a:t>
            </a:r>
          </a:p>
          <a:p>
            <a:r>
              <a:t>SHA: c115c7c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2026-05-12</a:t>
            </a:r>
          </a:p>
          <a:p>
            <a:r>
              <a:t>작성자: 원종우</a:t>
            </a:r>
          </a:p>
          <a:p>
            <a:r>
              <a:t>요약: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>
            <a:r>
              <a:t>SHA: 461e7b7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원종우</a:t>
            </a:r>
          </a:p>
          <a:p>
            <a:r>
              <a:t>요약: chore: Spring Security 및 Hibernate 로그 설정 수정</a:t>
            </a:r>
          </a:p>
          <a:p>
            <a:r>
              <a:t>SHA: e688cea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dldnwls07</a:t>
            </a:r>
          </a:p>
          <a:p>
            <a:r>
              <a:t>요약: 백엔드 보안 설정 수정 및 프론트엔드 실시간 DB 연동 고도화</a:t>
            </a:r>
          </a:p>
          <a:p>
            <a:r>
              <a:t>SHA: e14c53d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백엔드 API 규격 동기화 (토큰 필드명 및 초대 코드 형식 반영)</a:t>
            </a:r>
          </a:p>
          <a:p/>
          <a:p>
            <a:r>
              <a:t>- LoginResponse: accessToken -&gt; token 필드명 변경 대응</a:t>
            </a:r>
          </a:p>
          <a:p>
            <a:r>
              <a:t>- authStore: token 및 refreshToken 저장 로직 업데이트</a:t>
            </a:r>
          </a:p>
          <a:p>
            <a:r>
              <a:t>- JoinTeam: WS-XXXX-XXXX 형식의 초대 코드 지원 및 UI 최적화</a:t>
            </a:r>
          </a:p>
          <a:p>
            <a:r>
              <a:t>- api: 초대 코드 생성 시 불필요한 바디 전송 제거</a:t>
            </a:r>
          </a:p>
          <a:p>
            <a:r>
              <a:t>- teamStore: 백엔드와 동일한 코드 생성 형식(WS-XXXX-XXXX) 적용</a:t>
            </a:r>
          </a:p>
          <a:p>
            <a:r>
              <a:t>SHA: 8c4de72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개발 편의를 위한 데이터 초기화 버튼 추가 (백엔드 재시작 시 동기화 용도)</a:t>
            </a:r>
          </a:p>
          <a:p>
            <a:r>
              <a:t>SHA: fc03f79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JwtAuthenticationFilter에서 UserDetailsService 제거 및 MemberRepository 직접 주입</a:t>
            </a:r>
          </a:p>
          <a:p/>
          <a:p>
            <a:r>
              <a:t>- 만료/무효 토큰이 헤더에 포함된 요청도 예외 없이 안전하게 통과하도록 수정</a:t>
            </a:r>
          </a:p>
          <a:p>
            <a:r>
              <a:t>- loadUserByUsername 대신 memberRepository.findById().ifPresent()로 변경</a:t>
            </a:r>
          </a:p>
          <a:p>
            <a:r>
              <a:t>- 회원가입 시 기존 토큰이 헤더에 있어도 500 에러 발생하지 않도록 픽스</a:t>
            </a:r>
          </a:p>
          <a:p>
            <a:r>
              <a:t>SHA: 6ccbfcd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SecurityConfig 401/403 응답 분리 및 인증 경로 명시</a:t>
            </a:r>
          </a:p>
          <a:p/>
          <a:p>
            <a:r>
              <a:t>- authenticationEntryPoint 추가로 미인증 요청 → 401 반환</a:t>
            </a:r>
          </a:p>
          <a:p>
            <a:r>
              <a:t>- accessDeniedHandler 추가로 권한 부족 요청 → 403 반환</a:t>
            </a:r>
          </a:p>
          <a:p>
            <a:r>
              <a:t>- invite-code, join-team 경로 authenticated() 명시로 미인증 시 401 보장</a:t>
            </a:r>
          </a:p>
          <a:p>
            <a:r>
              <a:t>- UserDetailsService → MemberRepository 주입으로 변경</a:t>
            </a:r>
          </a:p>
          <a:p>
            <a:r>
              <a:t>- @EnableMethodSecurity 추가</a:t>
            </a:r>
          </a:p>
          <a:p>
            <a:r>
              <a:t>SHA: 83dd30a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 및 인증/예외 처리 개선</a:t>
            </a:r>
          </a:p>
          <a:p/>
          <a:p>
            <a:r>
              <a:t>- Member: managerId 필드 및 linkManager() 메서드 추가</a:t>
            </a:r>
          </a:p>
          <a:p>
            <a:r>
              <a:t>- MemberDto: LoginResponse 토큰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MemberController: POST /invite-code (MANAGER), POST /join-team (EMPLOYEE) 엔드포인트 추가</a:t>
            </a:r>
          </a:p>
          <a:p>
            <a:r>
              <a:t>- MemberService: 초대 코드 생성/검증/무효화 로직 구현 (ConcurrentHashMap, 5분 만료),</a:t>
            </a:r>
          </a:p>
          <a:p>
            <a:r>
              <a:t>  팀 매핑 후 WebSocket TEAM_LINKED 이벤트 전송</a:t>
            </a:r>
          </a:p>
          <a:p>
            <a:r>
              <a:t>- MonitoringService: 존재하지 않는 직원 조회 시 NoSuchElementException으로 변경</a:t>
            </a:r>
          </a:p>
          <a:p>
            <a:r>
              <a:t>- GlobalExceptionHandler: 404 (NoSuchElementException) 핸들러 추가</a:t>
            </a:r>
          </a:p>
          <a:p>
            <a:r>
              <a:t>- SecurityConfig: 401/403 응답 핸들러 명시적 분리,</a:t>
            </a:r>
          </a:p>
          <a:p>
            <a:r>
              <a:t>  invite-code · join-team 경로 authenticated() 추가로 미인증 시 401 보장</a:t>
            </a:r>
          </a:p>
          <a:p>
            <a:r>
              <a:t>- test-api.http: 초대 코드 플로우 및 에러 케이스 테스트 추가</a:t>
            </a:r>
          </a:p>
          <a:p>
            <a:r>
              <a:t>SHA: fee7784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2f31a96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chore: add debug logs for 403 analysis and fix frontend login UX/fallback</a:t>
            </a:r>
          </a:p>
          <a:p>
            <a:r>
              <a:t>SHA: 227cec9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fix team join sync bug and add real-time cross-tab sync</a:t>
            </a:r>
          </a:p>
          <a:p>
            <a:r>
              <a:t>SHA: 45b8558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및 생성 시 프론트엔드의 사파리 호환성 및 조용한 에러 처리(Silent Failure) 문제 해결</a:t>
            </a:r>
          </a:p>
          <a:p/>
          <a:p>
            <a:r>
              <a:t>1. api.ts:</a:t>
            </a:r>
          </a:p>
          <a:p>
            <a:r>
              <a:t>   - Safari 등 일부 브라우저에서 Content-Type이 누락되어 빈 응답으로 처리되는 문제 해결</a:t>
            </a:r>
          </a:p>
          <a:p>
            <a:r>
              <a:t>   - status 204가 아닌 이상 항상 JSON 파싱을 시도하도록 변경</a:t>
            </a:r>
          </a:p>
          <a:p/>
          <a:p>
            <a:r>
              <a:t>2. CreateTeamModal.tsx:</a:t>
            </a:r>
          </a:p>
          <a:p>
            <a:r>
              <a:t>   - 백엔드가 에러를 반환했을 때(예: 서버 재시작으로 인한 토큰 만료 등) 조용히 로컬 폴백 코드를 생성하던 버그 수정</a:t>
            </a:r>
          </a:p>
          <a:p>
            <a:r>
              <a:t>   - 백엔드의 응답 코드가 존재하는 경우에만 처리하도록 명시적 분기 추가</a:t>
            </a:r>
          </a:p>
          <a:p/>
          <a:p>
            <a:r>
              <a:t>3. JoinTeam.tsx:</a:t>
            </a:r>
          </a:p>
          <a:p>
            <a:r>
              <a:t>   - 서버의 비즈니스 에러 메시지(400, 401 등)를 무시하고 일괄적으로 로컬 폴백 에러로 덮어씌우던 문제 해결</a:t>
            </a:r>
          </a:p>
          <a:p>
            <a:r>
              <a:t>   - 실제 서버에서 보낸 에러 메시지(예: '만료된 코드')를 사용자에게 정확히 노출</a:t>
            </a:r>
          </a:p>
          <a:p/>
          <a:p>
            <a:r>
              <a:t>4. MemberService.java:</a:t>
            </a:r>
          </a:p>
          <a:p>
            <a:r>
              <a:t>   - joinTeam 시 메모리에만 저장하고 DB에 반영하지 않던 치명적 버그 수정 (memberRepository.save 누락 추가)</a:t>
            </a:r>
          </a:p>
          <a:p>
            <a:r>
              <a:t>SHA: 6608319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팀 조회 API 구현 (TeamController, TeamService, TeamDto)</a:t>
            </a:r>
          </a:p>
          <a:p/>
          <a:p>
            <a:r>
              <a:t>- TeamDto: MyTeamResponse, TeamMemberResponse 레코드 추가</a:t>
            </a:r>
          </a:p>
          <a:p>
            <a:r>
              <a:t>- TeamService: getMyTeam() - EMPLOYEE 소속 팀(관리자 정보) 조회</a:t>
            </a:r>
          </a:p>
          <a:p>
            <a:r>
              <a:t>              getTeamMembers() - MANAGER 팀 소속 직원 목록 조회</a:t>
            </a:r>
          </a:p>
          <a:p>
            <a:r>
              <a:t>              본인 팀 외 조회 시도 시 400 반환</a:t>
            </a:r>
          </a:p>
          <a:p>
            <a:r>
              <a:t>- TeamController: GET /teams/my-team (EMPLOYEE)</a:t>
            </a:r>
          </a:p>
          <a:p>
            <a:r>
              <a:t>                  GET /teams/{managerId}/members (MANAGER) 추가</a:t>
            </a:r>
          </a:p>
          <a:p>
            <a:r>
              <a:t>SHA: aadefbc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시 서버 에러 메시지가 로컬 폴백 메시지에 가려지는 문제 수정</a:t>
            </a:r>
          </a:p>
          <a:p>
            <a:r>
              <a:t>SHA: 3f21eaa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chore: JWT 만료 시간 연장 및 테스트 API 파일 업데이트</a:t>
            </a:r>
          </a:p>
          <a:p/>
          <a:p>
            <a:r>
              <a:t>- application.yaml: jwt.expiration 24시간으로 변경 (개발 편의)</a:t>
            </a:r>
          </a:p>
          <a:p>
            <a:r>
              <a:t>- test-api.http: 초대 코드 플로우, 팀 조회, 에러 케이스 테스트 추가</a:t>
            </a:r>
          </a:p>
          <a:p>
            <a:r>
              <a:t>SHA: 734d54c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GlobalExceptionHandler에 404, 409 예외 핸들러 추가</a:t>
            </a:r>
          </a:p>
          <a:p/>
          <a:p>
            <a:r>
              <a:t>- NoSuchElementException → 404 NOT_FOUND 처리 (존재하지 않는 직원 ID)</a:t>
            </a:r>
          </a:p>
          <a:p>
            <a:r>
              <a:t>- IllegalStateException → 409 INVALID_STATE 처리 (팀 미소속 상태)</a:t>
            </a:r>
          </a:p>
          <a:p>
            <a:r>
              <a:t>- AccessDeniedException → 403 ACCESS_DENIED 처리</a:t>
            </a:r>
          </a:p>
          <a:p>
            <a:r>
              <a:t>SHA: 239e7dc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</a:t>
            </a:r>
          </a:p>
          <a:p/>
          <a:p>
            <a:r>
              <a:t>- MemberDto: LoginResponse token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MemberService: 초대 코드 생성/검증/무효화 로직 구현</a:t>
            </a:r>
          </a:p>
          <a:p>
            <a:r>
              <a:t>  (ConcurrentHashMap in-memory 저장, 5분 만료, 일회성)</a:t>
            </a:r>
          </a:p>
          <a:p>
            <a:r>
              <a:t>  팀 매핑 완료 후 WebSocket TEAM_LINKED 이벤트 전송</a:t>
            </a:r>
          </a:p>
          <a:p>
            <a:r>
              <a:t>  joinTeam()에서 영속성 컨텍스트 보장을 위해 DB 재조회 처리</a:t>
            </a:r>
          </a:p>
          <a:p>
            <a:r>
              <a:t>- MemberController: POST /invite-code (MANAGER), POST /join-team (EMPLOYEE) 추가</a:t>
            </a:r>
          </a:p>
          <a:p>
            <a:r>
              <a:t>SHA: 26f546a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Merge pull request #4 from Jongwoo0101/frontend</a:t>
            </a:r>
          </a:p>
          <a:p/>
          <a:p>
            <a:r>
              <a:t>아래 3개 모두 완료</a:t>
            </a:r>
          </a:p>
          <a:p>
            <a:r>
              <a:t>POST /api/teams : 실제 팀(Team) 테이블 Entity 생성</a:t>
            </a:r>
          </a:p>
          <a:p>
            <a:r>
              <a:t>GET /api/teams/my-team : 직원이 로그인 시 자신이 소속된 팀 조회</a:t>
            </a:r>
          </a:p>
          <a:p>
            <a:r>
              <a:t>GET /api/teams/{id}/members : 관리자가 자신의 팀에 소속된 직원 목록 조회</a:t>
            </a:r>
          </a:p>
          <a:p>
            <a:r>
              <a:t>SHA: d4e9af5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최신화</a:t>
            </a:r>
          </a:p>
          <a:p/>
          <a:p>
            <a:r>
              <a:t>- 팀 API, 초대 코드 API, 토큰 재발급 API 추가</a:t>
            </a:r>
          </a:p>
          <a:p>
            <a:r>
              <a:t>- 공통 에러 응답 형식 추가</a:t>
            </a:r>
          </a:p>
          <a:p>
            <a:r>
              <a:t>- WebSocket 구독 경로 및 TEAM_LINKED 이벤트 명세 추가</a:t>
            </a:r>
          </a:p>
          <a:p>
            <a:r>
              <a:t>- 보안 설정 및 전체 흐름 업데이트</a:t>
            </a:r>
          </a:p>
          <a:p>
            <a:r>
              <a:t>SHA: 76fdacf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MonitoringService 존재하지 않는 직원 조회 시 404 반환하도록 수정</a:t>
            </a:r>
          </a:p>
          <a:p/>
          <a:p>
            <a:r>
              <a:t>- IllegalArgumentException → NoSuchElementException으로 변경</a:t>
            </a:r>
          </a:p>
          <a:p>
            <a:r>
              <a:t>- GlobalExceptionHandler의 404 핸들러와 연동</a:t>
            </a:r>
          </a:p>
          <a:p>
            <a:r>
              <a:t>SHA: b04984c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Member에 managerId 필드 및 팀 매핑 메서드 추가</a:t>
            </a:r>
          </a:p>
          <a:p/>
          <a:p>
            <a:r>
              <a:t>- managerId 필드 추가 (팀 매핑용)</a:t>
            </a:r>
          </a:p>
          <a:p>
            <a:r>
              <a:t>- linkManager(Long managerId) 메서드 추가</a:t>
            </a:r>
          </a:p>
          <a:p>
            <a:r>
              <a:t>- getManagerId() 명시적 getter 추가 (UserDetails 충돌 방지)</a:t>
            </a:r>
          </a:p>
          <a:p>
            <a:r>
              <a:t>- MemberRepository에 findAllByManagerId() 쿼리 메서드 추가</a:t>
            </a:r>
          </a:p>
          <a:p>
            <a:r>
              <a:t>SHA: 301661f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push rebase</a:t>
            </a:r>
          </a:p>
          <a:p>
            <a:r>
              <a:t>SHA: ab12b59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초대 코드 기반 직원 추가 시스템 구현 및 UI 개선</a:t>
            </a:r>
          </a:p>
          <a:p/>
          <a:p>
            <a:r>
              <a:t>- 직원 초대 코드를 생성하고 5분 후 자동 만료되는 타이머 기능 추가</a:t>
            </a:r>
          </a:p>
          <a:p>
            <a:r>
              <a:t>- 관리자가 초대 코드를 입력하여 팀원을 추가하는 모달 UI 구현</a:t>
            </a:r>
          </a:p>
          <a:p>
            <a:r>
              <a:t>- API 에러 핸들링 강화 (백엔드 미구현 시 사용자 친화적 메시지 출력)</a:t>
            </a:r>
          </a:p>
          <a:p>
            <a:r>
              <a:t>- 초대 코드 수동 취소 기능 추가</a:t>
            </a:r>
          </a:p>
          <a:p>
            <a:r>
              <a:t>SHA: aecb64a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frontend CSS refactoring, JWT integration, and sync backend updates</a:t>
            </a:r>
          </a:p>
          <a:p>
            <a:r>
              <a:t>SHA: 00ad585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modularize pages, add checkout flow, and eliminate inline styles</a:t>
            </a:r>
          </a:p>
          <a:p>
            <a:r>
              <a:t>SHA: fb9f55a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decompose monolithic dashboard components and centralize websocket logic</a:t>
            </a:r>
          </a:p>
          <a:p>
            <a:r>
              <a:t>SHA: 4aef356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merge base branch Jongwoo0101 and resolve conflicts in api.ts and authStore.ts</a:t>
            </a:r>
          </a:p>
          <a:p>
            <a:r>
              <a:t>SHA: 674461b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지원페이지 이메일변경</a:t>
            </a:r>
          </a:p>
          <a:p>
            <a:r>
              <a:t>SHA: e25fbfa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원종우</a:t>
            </a:r>
          </a:p>
          <a:p>
            <a:r>
              <a:t>요약: Merge pull request #3 from Jongwoo0101/frontend</a:t>
            </a:r>
          </a:p>
          <a:p/>
          <a:p>
            <a:r>
              <a:t>프론트엔드 수정 및 개선 확인 완료</a:t>
            </a:r>
          </a:p>
          <a:p>
            <a:r>
              <a:t>백엔드 수정 예정</a:t>
            </a:r>
          </a:p>
          <a:p>
            <a:r>
              <a:t>SHA: 943c3ad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팀 기반 관리 시스템 구현 및 사파리 호환성 개선</a:t>
            </a:r>
          </a:p>
          <a:p/>
          <a:p>
            <a:r>
              <a:t>- 관리자가 팀을 생성하고 초대 코드를 발급하는 기능 추가</a:t>
            </a:r>
          </a:p>
          <a:p>
            <a:r>
              <a:t>- 직원이 코드를 입력하여 팀에 합류하는 기능 추가</a:t>
            </a:r>
          </a:p>
          <a:p>
            <a:r>
              <a:t>- 팀별 모니터링 대시보드 구조 설계 (URL 파라미터 기반)</a:t>
            </a:r>
          </a:p>
          <a:p>
            <a:r>
              <a:t>- Safari 브라우저에서 fetch/JSON 패턴 에러 해결</a:t>
            </a:r>
          </a:p>
          <a:p>
            <a:r>
              <a:t>- 백엔드 응답 필드명(accessToken, virtualBalance) 동기화</a:t>
            </a:r>
          </a:p>
          <a:p>
            <a:r>
              <a:t>- zustand와 localStorage를 이용한 오프라인 폴백 시스템 구축</a:t>
            </a:r>
          </a:p>
          <a:p>
            <a:r>
              <a:t>- 미사용 InviteEmployeeModal 삭제</a:t>
            </a:r>
          </a:p>
          <a:p>
            <a:r>
              <a:t>SHA: 055aa6f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refactor(security): 인증 필터를 userId 기반으로 변경</a:t>
            </a:r>
          </a:p>
          <a:p/>
          <a:p>
            <a:r>
              <a:t>- JwtAuthenticationFilter: access token 타입 검증 추가, userId 기반 인증으로 변경</a:t>
            </a:r>
          </a:p>
          <a:p>
            <a:r>
              <a:t>- CustomUserDetailsService: username 조회에서 id 조회로 변경</a:t>
            </a:r>
          </a:p>
          <a:p>
            <a:r>
              <a:t>SHA: ea5a092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feat(member): 로그인 응답에 refresh token 추가 및 재발급 엔드포인트 구현</a:t>
            </a:r>
          </a:p>
          <a:p/>
          <a:p>
            <a:r>
              <a:t>- MemberDto: LoginResponse에 accessToken/refreshToken 분리, ReissueRequest 추가</a:t>
            </a:r>
          </a:p>
          <a:p>
            <a:r>
              <a:t>- MemberService: 로그인 시 refresh token 발급 및 저장, reissue() 추가</a:t>
            </a:r>
          </a:p>
          <a:p>
            <a:r>
              <a:t>- MemberController: POST /api/members/reissue 추가</a:t>
            </a:r>
          </a:p>
          <a:p>
            <a:r>
              <a:t>- SecurityConfig: /api/members/reissue permitAll 추가</a:t>
            </a:r>
          </a:p>
          <a:p>
            <a:r>
              <a:t>SHA: 82ca026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feat(auth): refresh token DB 저장 및 재발급 구현</a:t>
            </a:r>
          </a:p>
          <a:p/>
          <a:p>
            <a:r>
              <a:t>- RefreshToken 엔티티 추가 (memberId, token, expiresAt)</a:t>
            </a:r>
          </a:p>
          <a:p>
            <a:r>
              <a:t>- RefreshTokenRepository 추가</a:t>
            </a:r>
          </a:p>
          <a:p>
            <a:r>
              <a:t>- RefreshTokenService 추가 (저장/검증/rotate/삭제)</a:t>
            </a:r>
          </a:p>
          <a:p>
            <a:r>
              <a:t>SHA: fd3fc85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refactor(jwt): access/refresh 토큰 분리 및 subject를 userId로 변경</a:t>
            </a:r>
          </a:p>
          <a:p/>
          <a:p>
            <a:r>
              <a:t>- JwtProvider: generateAccessToken/generateRefreshToken 분리</a:t>
            </a:r>
          </a:p>
          <a:p>
            <a:r>
              <a:t>- subject를 username에서 userId(Long)로 변경</a:t>
            </a:r>
          </a:p>
          <a:p>
            <a:r>
              <a:t>- roles를 List 구조로 변경</a:t>
            </a:r>
          </a:p>
          <a:p>
            <a:r>
              <a:t>- secret key 최소 길이(32바이트) 검증 추가</a:t>
            </a:r>
          </a:p>
          <a:p>
            <a:r>
              <a:t>- token type(access/refresh) claim 추가</a:t>
            </a:r>
          </a:p>
          <a:p>
            <a:r>
              <a:t>SHA: be160f1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jwt access token 유효기간 관련 자잘한 수정</a:t>
            </a:r>
          </a:p>
          <a:p>
            <a:r>
              <a:t>24시간 -&gt; 30분</a:t>
            </a:r>
          </a:p>
          <a:p>
            <a:r>
              <a:t>SHA: 7f010bf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JWT 기반 회원 인증 시스템 구현</a:t>
            </a:r>
          </a:p>
          <a:p/>
          <a:p>
            <a:r>
              <a:t>- JwtProvider: 토큰 생성, 유효성 검증, 파싱 로직 추가</a:t>
            </a:r>
          </a:p>
          <a:p>
            <a:r>
              <a:t>- JwtAuthenticationFilter: 요청마다 Bearer 토큰 검증 및 SecurityContext 등록</a:t>
            </a:r>
          </a:p>
          <a:p>
            <a:r>
              <a:t>- CustomUserDetailsService: DB 기반 UserDetailsService 구현체 추가</a:t>
            </a:r>
          </a:p>
          <a:p>
            <a:r>
              <a:t>- Member: UserDetails 인터페이스 구현</a:t>
            </a:r>
          </a:p>
          <a:p>
            <a:r>
              <a:t>- SecurityConfig: JWT 필터 등록 및 InMemoryUserDetailsManager 제거</a:t>
            </a:r>
          </a:p>
          <a:p>
            <a:r>
              <a:t>- MemberDto: LoginResponse 레코드 추가 (token + 유저 정보)</a:t>
            </a:r>
          </a:p>
          <a:p>
            <a:r>
              <a:t>- MemberService: login() 반환 타입을 LoginResponse로 변경</a:t>
            </a:r>
          </a:p>
          <a:p>
            <a:r>
              <a:t>- MemberController: login() 응답을 LoginResponse로 변경</a:t>
            </a:r>
          </a:p>
          <a:p>
            <a:r>
              <a:t>- build.gradle: jjwt 의존성 추가 (0.12.6)</a:t>
            </a:r>
          </a:p>
          <a:p>
            <a:r>
              <a:t>- application.yaml: jwt.secret, jwt.expiration 설정 추가</a:t>
            </a:r>
          </a:p>
          <a:p>
            <a:r>
              <a:t>- api.ts: login() 반환 타입 LoginResponse로 변경</a:t>
            </a:r>
          </a:p>
          <a:p>
            <a:r>
              <a:t>- authStore.ts: 토큰 localStorage 저장 및 virtualBalance 필드 수정</a:t>
            </a:r>
          </a:p>
          <a:p>
            <a:r>
              <a:t>SHA: 1829dfa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feat(DB관련): 테이블 생성 시 소문자로 생성되는 이슈 수정.</a:t>
            </a:r>
          </a:p>
          <a:p>
            <a:r>
              <a:t>SHA: 61835d9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af5248e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api test 파일 수정</a:t>
            </a:r>
          </a:p>
          <a:p>
            <a:r>
              <a:t>SHA: dd54bf6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향후 개선 방향 작성</a:t>
            </a:r>
          </a:p>
          <a:p>
            <a:r>
              <a:t>SHA: 4a418f5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chore: plan.txt -&gt; md 로 변경</a:t>
            </a:r>
          </a:p>
          <a:p>
            <a:r>
              <a:t>SHA: aea2703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feat(security): JWT 도입을 위한 SecurityConfig 개선</a:t>
            </a:r>
          </a:p>
          <a:p/>
          <a:p>
            <a:r>
              <a:t>- CORS 허용 출처를 와일드카드(*)에서 localhost:5173으로 제한</a:t>
            </a:r>
          </a:p>
          <a:p>
            <a:r>
              <a:t>- CORS 허용 헤더를 명시적으로 지정 (Authorization, Content-Type, Accept)</a:t>
            </a:r>
          </a:p>
          <a:p>
            <a:r>
              <a:t>- SessionCreationPolicy.STATELESS 명시 (JWT Stateless 인증 전제)</a:t>
            </a:r>
          </a:p>
          <a:p>
            <a:r>
              <a:t>- 엔드포인트 권한 세분화: 회원가입·로그인 POST만 permitAll, 나머지 authenticated</a:t>
            </a:r>
          </a:p>
          <a:p>
            <a:r>
              <a:t>- JWT 필터 연동 위치 주석 추가 (addFilterBefore)</a:t>
            </a:r>
          </a:p>
          <a:p>
            <a:r>
              <a:t>- UserDetailsService 교체 예정 주석 추가</a:t>
            </a:r>
          </a:p>
          <a:p>
            <a:r>
              <a:t>- 불필요한 InMemoryUserDetailsManager Bean 임시 유지</a:t>
            </a:r>
          </a:p>
          <a:p>
            <a:r>
              <a:t>SHA: bdd1cad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remote-tracking branch 'origin/frontend' into backend</a:t>
            </a:r>
          </a:p>
          <a:p>
            <a:r>
              <a:t>SHA: 31c3e9e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api 테스트 페이지 개선</a:t>
            </a:r>
          </a:p>
          <a:p>
            <a:r>
              <a:t>모든 api 정상작동 확인</a:t>
            </a:r>
          </a:p>
          <a:p>
            <a:r>
              <a:t>SHA: bc84f43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pipline fix</a:t>
            </a:r>
          </a:p>
          <a:p>
            <a:r>
              <a:t>SHA: 7e3f25d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test-api.http api 테스트 추가</a:t>
            </a:r>
          </a:p>
          <a:p>
            <a:r>
              <a:t>- 이상 상태 보고 테스트</a:t>
            </a:r>
          </a:p>
          <a:p>
            <a:r>
              <a:t>- 다양한 이상 상태 테스트</a:t>
            </a:r>
          </a:p>
          <a:p>
            <a:r>
              <a:t>- 정상 상태 보고 테스트</a:t>
            </a:r>
          </a:p>
          <a:p>
            <a:r>
              <a:t>SHA: 9b04774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pref: 중복 아이디 예외처리 추가</a:t>
            </a:r>
          </a:p>
          <a:p>
            <a:r>
              <a:t>+ 에러메시지 로직 구현</a:t>
            </a:r>
          </a:p>
          <a:p>
            <a:r>
              <a:t>- 409: 이미사용중인 아이디</a:t>
            </a:r>
          </a:p>
          <a:p>
            <a:r>
              <a:t>- 401: 아이디 또는 비밀번호가 올바르지</a:t>
            </a:r>
          </a:p>
          <a:p>
            <a:r>
              <a:t>- 403: 접근 권한 x</a:t>
            </a:r>
          </a:p>
          <a:p>
            <a:r>
              <a:t>- 404: 존재하지 않는 계정</a:t>
            </a:r>
          </a:p>
          <a:p>
            <a:r>
              <a:t>- 400: 입력정보 다시 확인</a:t>
            </a:r>
          </a:p>
          <a:p>
            <a:r>
              <a:t>- 500: 서버오류</a:t>
            </a:r>
          </a:p>
          <a:p>
            <a:r>
              <a:t>SHA: fb1f5dd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테스트 코드파일 경로 변경 + html, css, js 파일 분리</a:t>
            </a:r>
          </a:p>
          <a:p>
            <a:r>
              <a:t>SHA: ab9fb71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pull request #2 from Jongwoo0101/frontend</a:t>
            </a:r>
          </a:p>
          <a:p/>
          <a:p>
            <a:r>
              <a:t> backend 폴더 동기화 및 프론트엔드 로컬 변경사항 반영</a:t>
            </a:r>
          </a:p>
          <a:p>
            <a:r>
              <a:t>SHA: 047870a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chore: backup frontend local changes before backend folder sync</a:t>
            </a:r>
          </a:p>
          <a:p>
            <a:r>
              <a:t>SHA: 5b7bb89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sync backend folder with backend branch</a:t>
            </a:r>
          </a:p>
          <a:p>
            <a:r>
              <a:t>SHA: ff0c0dc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Merge pull request #1 from Jongwoo0101/backend</a:t>
            </a:r>
          </a:p>
          <a:p/>
          <a:p>
            <a:r>
              <a:t>Backend 설계, 구현 완료</a:t>
            </a:r>
          </a:p>
          <a:p>
            <a:r>
              <a:t>SHA: 557e53d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import worksight-api from backend branch</a:t>
            </a:r>
          </a:p>
          <a:p>
            <a:r>
              <a:t>SHA: 39b1196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dir test</a:t>
            </a:r>
          </a:p>
          <a:p>
            <a:r>
              <a:t>SHA: 1f9e427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eca21fa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백엔드 폴더 내 gitignore 업로드</a:t>
            </a:r>
          </a:p>
          <a:p>
            <a:r>
              <a:t>SHA: 2e9b813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gitattributes 업로드</a:t>
            </a:r>
          </a:p>
          <a:p>
            <a:r>
              <a:t>SHA: 1aece09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application.yaml</a:t>
            </a:r>
          </a:p>
          <a:p>
            <a:r>
              <a:t>h2, jpa 하이버네이트 로그 설정 및 환경변수 관리</a:t>
            </a:r>
          </a:p>
          <a:p>
            <a:r>
              <a:t>SHA: a1ebbac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988d4f2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SecurityConfig.java</a:t>
            </a:r>
          </a:p>
          <a:p>
            <a:r>
              <a:t>스프링 시큐리티 필터 체인설정</a:t>
            </a:r>
          </a:p>
          <a:p>
            <a:r>
              <a:t>CSRF 비활성화, CORS허용, H2 콘솔 접근 및 API 경로별 권한 정의</a:t>
            </a:r>
          </a:p>
          <a:p>
            <a:r>
              <a:t>SHA: 99108a8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WebSocketConfig.java</a:t>
            </a:r>
          </a:p>
          <a:p>
            <a:r>
              <a:t>실시간 모니터링을 위한 웹소켓 엔드포인트 (ws-monitoring) 및 메시지 설정</a:t>
            </a:r>
          </a:p>
          <a:p>
            <a:r>
              <a:t>SHA: c58c353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64801f8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Member.java: 회원 정보(id, pw, role, 잔액)를 담은 jpa 엔티티 정의</a:t>
            </a:r>
          </a:p>
          <a:p>
            <a:r>
              <a:t>SHA: cc3bcf8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gitignore</a:t>
            </a:r>
          </a:p>
          <a:p>
            <a:r>
              <a:t>SHA: d97fecd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c7dc9db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gitignore</a:t>
            </a:r>
          </a:p>
          <a:p>
            <a:r>
              <a:t>SHA: 32c467a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chore: 백엔드 폴더 동기화 및 Git 설정 최적화 (node_modules, .vite 제외)</a:t>
            </a:r>
          </a:p>
          <a:p>
            <a:r>
              <a:t>SHA: c6a3532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ai-team-standards.md</a:t>
            </a:r>
          </a:p>
          <a:p>
            <a:r>
              <a:t>SHA: 5d1cefe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Restore test.txt</a:t>
            </a:r>
          </a:p>
          <a:p>
            <a:r>
              <a:t>SHA: e4112db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Merge remote-tracking branch 'origin/Jongwoo0101' into Jongwoo0101</a:t>
            </a:r>
          </a:p>
          <a:p>
            <a:r>
              <a:t>SHA: 2aeb3fd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skills세팅 확인필요</a:t>
            </a:r>
          </a:p>
          <a:p>
            <a:r>
              <a:t>SHA: 3f7a79f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927d5b1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plan.txt</a:t>
            </a:r>
          </a:p>
          <a:p>
            <a:r>
              <a:t>SHA: c6ab9fa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test2</a:t>
            </a:r>
          </a:p>
          <a:p>
            <a:r>
              <a:t>SHA: 9d0bcd5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 commit</a:t>
            </a:r>
          </a:p>
          <a:p>
            <a:r>
              <a:t>SHA: 180a8d5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api 명세서 작성</a:t>
            </a:r>
          </a:p>
          <a:p>
            <a:r>
              <a:t>SHA: cbedf74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WorksightApiApplication.java</a:t>
            </a:r>
          </a:p>
          <a:p>
            <a:r>
              <a:t>메인 실행 클래스</a:t>
            </a:r>
          </a:p>
          <a:p>
            <a:r>
              <a:t>SHA: 1a6f6ac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잘못올라간 이미지 삭제</a:t>
            </a:r>
          </a:p>
          <a:p>
            <a:r>
              <a:t>SHA: 2167919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backend basic logic</a:t>
            </a:r>
          </a:p>
          <a:p>
            <a:r>
              <a:t>SHA: d347752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MemberDto.java: API 통신에 사용되는 회원 데이터 전송 객체.</a:t>
            </a:r>
          </a:p>
          <a:p>
            <a:r>
              <a:t>SHA: d93f580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프론트앤드개발계획서 및, 개발방향계획수정</a:t>
            </a:r>
          </a:p>
          <a:p>
            <a:r>
              <a:t>SHA: ef101d2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작업 현황 리포트 추가 (코드 제외)</a:t>
            </a:r>
          </a:p>
          <a:p>
            <a:r>
              <a:t>SHA: 7d3faf0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실제 백엔드 인증 시스템 연동 및 API 프록시 설정 추가</a:t>
            </a:r>
          </a:p>
          <a:p>
            <a:r>
              <a:t>SHA: c200bba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Vite 웹소켓 호환성 해결 및 DashboardStats 타입 에러 수정</a:t>
            </a:r>
          </a:p>
          <a:p>
            <a:r>
              <a:t>SHA: dd57ad5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백엔드 API 연동 및 웹소켓 실시간 알림 기능 구현</a:t>
            </a:r>
          </a:p>
          <a:p>
            <a:r>
              <a:t>SHA: ca7d14d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style: 레이아웃 텍스트 겹침 수정 및 불필요한 에셋 정리</a:t>
            </a:r>
          </a:p>
          <a:p>
            <a:r>
              <a:t>SHA: 4ae07b7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뼈대 구축 완료 (Home, Login, EmployeeView, Dashboard) 및 Mock 데이터 연결</a:t>
            </a:r>
          </a:p>
          <a:p>
            <a:r>
              <a:t>SHA: 1d45732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폴더명 재정의</a:t>
            </a:r>
          </a:p>
          <a:p>
            <a:r>
              <a:t>SHA: 7b05593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test-api.http: 회원가입, 로그인 더미데이터로 테스트하기</a:t>
            </a:r>
          </a:p>
          <a:p>
            <a:r>
              <a:t>SHA: 496a9f0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test.html: 회원가입, 로그인 api 테스트</a:t>
            </a:r>
          </a:p>
          <a:p>
            <a:r>
              <a:t>SHA: 658a53f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h2 콘솔 대소문자 관련 설정 해제</a:t>
            </a:r>
          </a:p>
          <a:p>
            <a:r>
              <a:t>SHA: 7ae3f6c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Role.java: 사용자 권한을 정의한 Enum (EMPLOYEE, MANAGER).</a:t>
            </a:r>
          </a:p>
          <a:p>
            <a:r>
              <a:t>SHA: 3b64822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초기 아키텍처 설계 및 개발 환경 구축</a:t>
            </a:r>
          </a:p>
          <a:p>
            <a:r>
              <a:t>- React + Vite + TypeScript 기반 프로젝트 초기화</a:t>
            </a:r>
          </a:p>
          <a:p>
            <a:r>
              <a:t>- 주요 라이브러리 설치 (TailwindCSS, Zustand, React Router)</a:t>
            </a:r>
          </a:p>
          <a:p>
            <a:r>
              <a:t>- 페이지별 빈 파일 및 폴더 구조(pages, components, store, lib) 생성</a:t>
            </a:r>
          </a:p>
          <a:p>
            <a:r>
              <a:t>- 프론트엔드 개발 가이드라인(frontend_PipLine.md) 작성</a:t>
            </a:r>
          </a:p>
          <a:p>
            <a:r>
              <a:t>SHA: 2aa9134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backend 내 test.txt 삭제</a:t>
            </a:r>
          </a:p>
          <a:p>
            <a:r>
              <a:t>SHA: e038a87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MonitoringController.java: 실시간 업무 상태 전송 및 기록을 위한 컨트롤러.</a:t>
            </a:r>
          </a:p>
          <a:p>
            <a:r>
              <a:t>SHA: 8f71819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MonitoringService.java: 업무 상태 기록 및 분석 로직.</a:t>
            </a:r>
          </a:p>
          <a:p>
            <a:r>
              <a:t>SHA: 87b6241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WorkEventRepository.java: 업무 이벤트 데이터 접근을 위한 인터페이스.</a:t>
            </a:r>
          </a:p>
          <a:p>
            <a:r>
              <a:t>SHA: d0ea172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MonitoringDto.java: 모니터링 데이터 전송을 위한 DTO.</a:t>
            </a:r>
          </a:p>
          <a:p>
            <a:r>
              <a:t>SHA: 007cec6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EventType.java: 이벤트 종류를 정의한 Enum (NORMAL, AWAY, SLEEP 등).</a:t>
            </a:r>
          </a:p>
          <a:p>
            <a:r>
              <a:t>SHA: b5fe1a1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WorkEvent.java: 업무 중 발생하는 이벤트(상태 변경 등)를 기록하는 JPA 엔티티.</a:t>
            </a:r>
          </a:p>
          <a:p>
            <a:r>
              <a:t>SHA: 6fff1f2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MemberController.java: 회원 관련 REST API 엔드포인트 구현.</a:t>
            </a:r>
          </a:p>
          <a:p>
            <a:r>
              <a:t>SHA: 6ae8113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MembersService.java: 회원 가입, 조회 등 핵심 비즈니스 로직 구현.</a:t>
            </a:r>
          </a:p>
          <a:p>
            <a:r>
              <a:t>SHA: a67c5e2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MemberRepository.java: DB 접근을 위한 Spring Data JPA 인터페이스.</a:t>
            </a:r>
          </a:p>
          <a:p>
            <a:r>
              <a:t>SHA: cbaefd2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 commit</a:t>
            </a:r>
          </a:p>
          <a:p>
            <a:r>
              <a:t>SHA: 7b23978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